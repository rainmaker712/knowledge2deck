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The Synthetic Data Playbook: Generating Trillions of the Finest Tokens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Joel Niklaus, Guilherme Penedo, Hynek Kydlicek, Elie Bakouch, Lewis Tunstall, Ed Beeching, Thibaud Frere, Colin Raffel, Leandro von Werra, Thomas Wolf</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26-03-08</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https://huggingface.co/spaces/HuggingFaceFW/finephrase?fbcl…</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The Synthetic Data Playbook: Generating Trillions of the Finest Tokens</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We ran 90 experiments, generated over 1 trillion tokens, and spent 12.7 GPU years to find the best recipe for synthetic pretraining data. The result is FinePhrase, a 486B token dataset that clearly outperforms all existing synthetic data baselines. It’s available on the Hub, and this post walks you through everything we learned along the way.</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playbook ran 90 experiments with over 1 trillion tokens of synthetic data. What experimental variables did they sweep — data generation method, quality filtering thresholds, mixture ratios, or generator model choice — and how did they control for confounds across this large experimental space?</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playbook ran 90 experiments with over 1 trillion tokens of synthetic data. What experimental va…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Based on the described scale and typical synthetic data research methodology, the experimental variables swept would include: generator model choice (different LLM families and sizes for rephrasing/generation); generation prompts and styles (formal, casual, educational, technical register variations); quality filtering thresholds (perplexity-based, classifier-based, or n-gram overlap with training data); domain and topic diversity controls; and mixing ratios of synthetic versus real web data. Controlling for confounds at 90-experiment scale requires careful factorial design: fixing all variables except one per experiment, or using multi-factor ablation studies that hold dataset scale constant while varying one hyperparameter at a time. The 1 trillion token scale and 12.7 GPU years cost indicates that many experiments were run at sub-scale with representative subsets before validating at full scale, with the final FinePhrase recipe validated at full scale.</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FinePhrase (486B tokens) outperforms all prior synthetic data baselines. What specific characteristics of FinePhrase — generation method, filtering criteria, or diversity — account for its superiority, and how sensitive is its quality to the particular choices made in those 90 experiments?</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FinePhrase (486B tokens) outperforms all prior synthetic data baselines. What specific characterist…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FinePhrase's superiority over prior synthetic baselines likely stems from a combination of: using a high-quality rephrasing model that preserves information while improving text structure and readability; careful filtering to remove rephrasing artifacts and outputs where the generator added hallucinated information not in the source; a diversity strategy that maintains broad domain coverage in the rephrased corpus rather than concentrating on high-scoring easy-to-rephrase content; and tuned mixing ratios that balance synthetic and authentic web data. The sensitivity to the 90-experiment choices is the key unknown: if FinePhrase quality is robust to moderate changes in its recipe, it is a reliable baseline; if it is a narrow optimum in a rugged experimental landscape, replication would be difficult.</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Synthetic pretraining data risks introducing systematic biases or artifacts from the generator model into the student model. What methods does the playbook use to detect and mitigate such model-induced artifacts, and how do they test whether FinePhrase avoids the "model collapse" failure mode?</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Synthetic pretraining data risks introducing systematic biases or artifacts from the generator mode…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Detecting and mitigating model-induced artifacts in synthetic pretraining data typically involves: n-gram overlap analysis between generated data and the generator model's training data (to identify content that is being regurgitated rather than genuinely generated); classifier-based detection of syntactic patterns and vocabulary distributions that are characteristic of the generator model; and round-trip consistency testing (rephrase the original, then rephrase the rephrased output and measure divergence from the original, with high divergence indicating generator drift). To test against model collapse, the authors would train student models on FinePhrase and measure whether the student's output distribution resembles the generator's output distribution more than the original web data distribution — model collapse is occurring if the student inherits the generator's stylistic and factual biases at the expense of broader knowledge.</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playbook claims to have found the "best recipe" for synthetic pretraining data based on 90 experiments. What evidence do they provide that their recipe generalizes across different model architectures, scales, and downstream tasks rather than being optimized for a specific narrow setting?</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playbook claims to have found the "best recipe" for synthetic pretraining data based on 90 expe…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Generalization evidence would require: testing the FinePhrase recipe across multiple model architectures (different numbers of layers, attention head counts) to verify that the quality improvement is not architecture-specific; evaluating downstream performance across diverse benchmark categories (not just the ones used for ablation), including tasks that were held out during recipe optimization; and ideally running the same recipe with a different generator model to verify that the improvement comes from the methodology rather than the specific generator's characteristics. The 90-experiment cost makes cross-architecture validation expensive, and the paper likely validates on a specific model family, leaving open questions about generalization to significantly different architectures or training setups.</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experiments cost 12.7 GPU years. What makes synthetic data research so computationally expensive — is it the generation cost, the training cost for evaluation, or the need to train many small ablation models — and how could future work reduce this cost while still yielding reliable conclusions?</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experiments cost 12.7 GPU years. What makes synthetic data research so computationally expensiv…</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computational expense of synthetic data research comes primarily from the evaluation cost: each experiment requires training a language model from scratch (or from a checkpoint) and evaluating it on benchmarks, which is much more expensive than generating the synthetic data itself. Even at small proxy scales (1-3B parameter models), training enough models to meaningfully distinguish recipe quality requires substantial compute. Generation itself is secondary in cost — generating trillions of tokens with a large LLM is expensive in absolute terms but proportionally smaller than the training evaluation cost. Future work could reduce cost through: better proxy metrics that correlate with downstream performance without full training runs (e.g., perplexity on diverse held-out sets as a proxy for benchmark performance); more sample-efficient experimental designs using multi-armed bandit algorithms to allocate compute to promising configurations; and improved small-scale-to-large-scale correlation analysis.</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FinePhrase uses "rephrasing" as its core technique. How does rephrasing-based synthetic data compare to purely generative synthetic data (e.g., textbook-style generation) in terms of information novelty — does rephrasing preserve the information content of the original web text, or does it filter and compress it?</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FinePhrase uses "rephrasing" as its core technique. How does rephrasing-based synthetic data compar…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Rephrasing-based synthetic data preserves the factual information content of the original source text (it is still communicating the same knowledge) while improving formatting, clarity, and structural organization. This distinguishes rephrasing from purely generative synthetic data (textbook-style generation), which creates entirely new content that may introduce hallucinations but can also generate content on topics underrepresented in web crawls. In terms of information novelty, rephrasing provides none — it is a transformation of existing knowledge rather than new knowledge. However, rephrasing's advantage is reliability: the factual content is anchored to real source text, dramatically reducing hallucination risk compared to free-form generation. For pretraining, rephrasing effectively "reformats" web knowledge into cleaner learning examples, while generative approaches expand the knowledge base at the cost of accuracy.</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playbook covers pretraining data. How do the synthetic data insights transfer to post-training (SFT and RLHF) data generation — are the optimal generation strategies and quality thresholds fundamentally different for instruction-following data versus pretraining corpora?</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playbook covers pretraining data. How do the synthetic data insights transfer to post-training…</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Synthetic data insights from pretraining transfer to post-training with important modifications. For pretraining, quality is primarily about information density, linguistic clarity, and factual accuracy — rephrasing is optimal because it preserves information while removing web noise. For SFT and RLHF data, quality is defined differently: the instruction-response pair must be not just factually correct but appropriately responsive, well-calibrated for the target use case, and sufficiently diverse in task types. Generative synthetic data (creating novel instruction-response pairs) is more valuable for post-training than rephrasing, because the instruction distribution needs to match the deployment use case rather than just reformatting existing knowledge. Quality thresholds also differ: post-training requires more precise human or model judgment on response helpfulness and safety, whereas pretraining quality thresholds are more amenable to automated linguistic metrics.</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We ran 90 experiments, generated over 1 trillion tokens, and spent 12.7 GPU years to find the best recipe for synthetic pretraining data. The result is FinePhrase, a 486B token dataset that clearly outperforms all existing synthetic data baselines. It’s available on the Hub, and this post walks you…</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The Synthetic Data Playbook: Generating Trillions of the Fi…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