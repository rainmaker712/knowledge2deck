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Kimi K2: Open Agentic Intelligence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Kimi Team (Yifan Bai, Yiping Bao, Guanduo Chen et al., 100+ authors)</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26-01-28</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https://arxiv.org/abs/2507.20534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Kimi K2: Open Agentic Intelligence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Kimi K2 is a 32B-active-parameter MoE model pre-trained on 15.5T tokens, designed for open agentic intelligence. Key contributions include a large-scale agentic data synthesis pipeline (3,000+ real MCP tools + 20,000+ synthetic tools), a Kubernetes-backed sandbox executing 10,000+ concurrent tool-call environments, and the MuonClip optimizer for training stability. K2 achieves 66.1 on Tau2-Bench and 76.5 on ACEBench, establishing SOTA among open agentic models.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15.5T tokens across Web, Code, Math, Knowledge domains — zero loss spike throughout</a:t>
            </a:r>
          </a:p>
          <a:p>
            <a:pPr algn="l">
              <a:spcBef>
                <a:spcPts val="600"/>
              </a:spcBef>
            </a:pPr>
            <a:r>
              <a:rPr sz="2000" b="0">
                <a:solidFill>
                  <a:srgbClr val="FFFFFF"/>
                </a:solidFill>
                <a:latin typeface="Arial"/>
              </a:rPr>
              <a:t>▶  Token utility emphasized over quantity: math data rewritten in "learning-note" format (SwallowMath), knowledge domain style-diversified via synthetic rephrasing Three-stage construction:</a:t>
            </a:r>
          </a:p>
          <a:p>
            <a:pPr algn="l">
              <a:spcBef>
                <a:spcPts val="600"/>
              </a:spcBef>
            </a:pPr>
            <a:r>
              <a:rPr sz="2000" b="0">
                <a:solidFill>
                  <a:srgbClr val="FFFFFF"/>
                </a:solidFill>
                <a:latin typeface="Arial"/>
              </a:rPr>
              <a:t>▶  Tool Repository: 3,000+ real MCP tools from GitHub + 20,000+ synthetic tools via hierarchical domain evolution (finance, software, robotics)</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Agent &amp; Task Generation: System prompts paired with tool combinations; rubric-based task generation with explicit success criteria</a:t>
            </a:r>
          </a:p>
          <a:p>
            <a:pPr algn="l">
              <a:spcBef>
                <a:spcPts val="600"/>
              </a:spcBef>
            </a:pPr>
            <a:r>
              <a:rPr sz="2000" b="0">
                <a:solidFill>
                  <a:srgbClr val="FFFFFF"/>
                </a:solidFill>
                <a:latin typeface="Arial"/>
              </a:rPr>
              <a:t>▶  Trajectory Generation: LLM user personas × tool execution simulator (persistent state + controlled stochasticity) → multi-turn interaction trajectories; LLM judges filter by rubric compliance Real execution sandboxes (Kubernetes, 10,000+ concurrent instances) for code/SE tasks to complement simulation.</a:t>
            </a:r>
          </a:p>
          <a:p>
            <a:pPr algn="l">
              <a:spcBef>
                <a:spcPts val="600"/>
              </a:spcBef>
            </a:pPr>
            <a:r>
              <a:rPr sz="2000" b="0">
                <a:solidFill>
                  <a:srgbClr val="FFFFFF"/>
                </a:solidFill>
                <a:latin typeface="Arial"/>
              </a:rPr>
              <a:t>▶  *SFT → RL** two-phase pipeline:</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Kimi K2 is described as "Open Agentic Intelligence" — what does "agentic" mean as a design objective for a language model, and how does optimizing for agentic capabilities change the training objectives, data requirements, and evaluation protocols compared to standard chat or reasoning models?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Kimi K2 is described as "Open Agentic Intelligence" — what does "agentic" mean as a design objectiv…</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"Agentic" as a design objective means the model must not only generate text but take sequences of actions (tool calls, code execution, API requests) in environments with state, and adapt its behavior based on observed outcomes at each step. This changes training in several key ways: data requirements shift from static text to interactive trajectories (sequences of observation-action-feedback tuples), evaluation requires measuring task completion rates in live environments rather than just text quality, and training objectives must reward long-horizon goal achievement rather than next-token prediction. Standard chat and reasoning models are trained on context-independent examples, while agentic models must learn to exploit environmental feedback and maintain coherent goal-directed behavior across many steps where early decisions constrain later options.</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Agentic systems require models to take multi-step actions, observe outcomes, and adjust behavior. What training paradigms (e.g., RL with tool use, synthetic trajectories, human-supervised rollouts) are most effective for teaching this type of closed-loop reasoning, and what are the trade-offs of each?</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Agentic systems require models to take multi-step actions, observe outcomes, and adjust behavior.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most effective paradigms for teaching closed-loop reasoning are: (a) RL with tool use in simulated environments, which provides the model with explicit feedback on action success/failure and allows it to learn recovery strategies through trial and error; (b) synthetic trajectory generation from a strong oracle model demonstrating expert tool use, which is more data-efficient but constrained by the oracle's capability ceiling; and (c) human-supervised rollouts, which provide the highest-quality training signal but are expensive to collect at scale. RL's trade-off is slow convergence and instability when rewards are sparse; synthetic trajectories risk the oracle's biases and errors; human supervision is high-quality but limited in scale. State-of-the-art agentic training typically combines all three in a curriculum.</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Open-sourcing a large agentic model involves releasing both the model weights and (implicitly) the design decisions. What specific risks and benefits does releasing an agentic model carry compared to releasing a standard chat model, particularly around misuse and dual-use concerns?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Open-sourcing a large agentic model involves releasing both the model weights and (implicitly) the…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Releasing an open-weight agentic model carries distinct risks compared to chat models: agentic models can autonomously execute multi-step plans involving external systems (web browsing, code execution, API calls), which greatly expands the misuse surface compared to models that only generate text. A malicious user can orchestrate an agentic model to perform actions at scale — automated phishing campaigns, vulnerability scanning, or social engineering — that require less human effort than using a chat model. The benefits are symmetric: open agentic models enable legitimate users to build powerful automation tools, verify alignment claims through red-teaming, and advance research on agentic safety. The dual-use concern is heightened because agentic capability is more operationally dangerous than text generation per se.</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Multi-step agentic tasks require models to plan over long horizons. What architectural features (e.g., context window, memory mechanisms, tool-call formatting) most constrain or enable effective long-horizon planning, and how does Kimi K2 likely address them?</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Multi-step agentic tasks require models to plan over long horizons. What architectural features (e.…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architectural features most constraining long-horizon planning are: context window length (determines how much plan history and tool output can be retained), the model's ability to maintain coherent goal state across many tool calls (requiring robust working memory in the attention mechanism), and the tool-call formatting specification (which determines how precisely the model can specify complex actions). A sufficient context window is essentially a prerequisite — models with short contexts lose track of earlier plan steps as the interaction grows. Kimi K2, building on Kimi's long-context heritage, likely addresses context length directly. Memory-augmented architectures that can write and retrieve external memory during an agentic run would further extend planning horizon beyond the context window limit.</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Benchmarking agentic models is harder than benchmarking chat or reasoning models because agent performance depends on environment, tool availability, and task specification. What evaluation methodology would you design to rigorously compare Kimi K2 against other agentic models in a way that is reproducible and generalizable?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Benchmarking agentic models is harder than benchmarking chat or reasoning models because agent perf…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 rigorous evaluation methodology for agentic models would require: (a) fixed, reproducible environments (containerized web browsers, sandboxed code execution, standardized tool APIs) to prevent evaluation drift; (b) multi-step task datasets that require at least 5-10 sequential actions and include error recovery scenarios; (c) separate evaluation of planning quality (intermediate state assessment) vs. terminal success (task completion), to distinguish models that plan well but fail at execution from those that succeed through brute-force retry; (d) evaluation across diverse environment types (browser, code, API, file system) to test generalization; and (e) adversarial tasks designed to test refusal of unsafe instructions. Cross-model comparisons require identical toolsets and environments, which is currently a major bottleneck in the field due to non-standardized agent frameworks.</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Kimi K2 was developed by the Moonshot AI team which previously built Kimi (a long-context model). How does the transition from long-context capability to agentic capability build on prior work — is long context a prerequisite, a complementary feature, or orthogonal to agentic performance?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Kimi K2 was developed by the Moonshot AI team which previously built Kimi (a long-context model). 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Long-context capability is a necessary but not sufficient prerequisite for agentic performance — it directly enables agents to process and retain long tool-use trajectories within a single context, which is critical for maintaining coherent multi-step plans. However, long context alone does not teach the model to generate structured tool calls, adapt based on observed feedback, or reason about when to retry versus abandon a plan. Kimi's prior long-context work provides the architectural foundation (efficient attention over long sequences), but agentic capability requires additional training on interactive trajectories that teach goal-conditioned action generation, error recovery, and tool-use formatting. The two capabilities are highly complementary: a long-context model that hasn't been trained agentically will have poor tool-use but good trajectory retention, which is a better starting point for agentic training than a short-context model.</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most significant remaining limitations of current agentic LLMs like Kimi K2 — for instance, in terms of reliability of multi-step planning, error recovery, or the ability to refuse unsafe agentic instructions — and what research directions are most likely to address these?</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most significant remaining limitations of current agentic LLMs like Kimi K2 — for inst…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most significant remaining limitations of current agentic LLMs include: (a) error recovery — models struggle to diagnose the root cause of action failures and tend to either retry identically or abandon the task, rather than adaptively diagnosing and fixing the issue; (b) reliability over long horizons — error rates compound across steps, and even a 5% per-step error rate produces a less than 60% success rate on 10-step tasks; (c) refusal calibration — models are often either too permissive (executing unsafe multi-step plans without flagging them) or too conservative (refusing legitimate automation tasks due to over-cautious safety training); and (d) hallucinated tool-use — models generate plausible-looking but non-functional API calls when they don't know the correct syntax. Research directions most likely to address these include: process-level reward models that provide feedback at each step rather than only on task completion; and constitutional AI approaches specifically applied to agentic scenarios.</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15.5T tokens across Web, Code, Math, Knowledge domains — zero loss spike throughout
▶  Token utility emphasized over quantity: math data rewritten in "learning-note" format (SwallowMath), knowledge domain style-diversified via synthetic rephrasing Three-stage construction:
▶  Tool Repository: 3,000+ real MCP tools from GitHub + 20,000+ synthetic tools via hierarchical domain evolution (finance, software, robotics)</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Kimi K2: Open Agentic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