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Front-Loading Reasoning: The Synergy between Pretraining and Post-Training Data</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Syeda Nahida Akter, Shrimai Prabhumoye, Eric Nyberg, Mostofa Patwary, Mohammad Shoeybi, Yejin Choi, Bryan Catanzaro</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25-09-26</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https://arxiv.org/abs/2510.03264</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Front-Loading Reasoning: The Synergy between Pretraining and Post-Tra…</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The prevailing paradigm for enhancing the reasoning abilities of LLMs revolves around post-training on high-quality, reasoning-intensive data. While emerging literature suggests that reasoning data is increasingly incorporated also during the mid-training stage-a practice that is relatively more proprietary and less openly characterized-the role of such data in pretraining remains unclear. In particular, due to the opaqueness of pretraining corpora in most frontier models, the effect of reasoning data introduced at different phases of pre- and/or post-training is relatively less reported in the scientific literature. This raises several important questions: Is adding reasoning data earlier during pretraining any better than introducing it during post-training? Could earlier inclusion risk overfitting and harm generalization, or instead establish durable foundations that later fine-tuning cannot recover? We conduct the first systematic study of how reasoning data-varying in scale, diversity, and quality-affects LLM performance when introduced at different stages of training. We find that front-loading reasoning data into pretraining is critical (19% avg gain), establishing foundational capabilities that cannot be fully replicated by later-stage SFT, even with more data. We uncover an asymmetric principle for optimal data allocation: pretraining benefits most from broad diversity in reasoning patterns (11% avg gain), while SFT is more sensitive to data quality (15% avg gain). We show that high-quality pretraining data has latent effects, activated only after SFT, and that naively scaling SFT data can be detrimental, washing away the benefits of early reasoning injection. Our results challenge the conventional separation of language modeling and reasoning, providing a principled guide for strategically allocating data across the entire training pipeline to build more capable models.</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00534" y="4162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395825" y="2442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15586" y="13476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63632" y="192151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188404" y="3055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212087" y="13388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469951" y="18133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3904" y="35273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39622" y="6188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1353" y="19575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finds front-loading reasoning data into pretraining yields a 19% average gain over post-training-only approaches. What mechanism explains why reasoning capabilities established during pretraining are more durable than those acquired during SFT — is this related to parameter plasticity, representational depth, or the density of gradient updates?</a:t>
            </a:r>
          </a:p>
        </p:txBody>
      </p:sp>
      <p:sp>
        <p:nvSpPr>
          <p:cNvPr id="15" name="Parallelogram 14"/>
          <p:cNvSpPr/>
          <p:nvPr/>
        </p:nvSpPr>
        <p:spPr>
          <a:xfrm>
            <a:off x="2504710" y="962373"/>
            <a:ext cx="698047" cy="698047"/>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82230" y="3448014"/>
            <a:ext cx="710018" cy="710018"/>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5867607" y="6269731"/>
            <a:ext cx="588268" cy="588268"/>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26881" y="6158038"/>
            <a:ext cx="694296" cy="69429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66318" y="5833601"/>
            <a:ext cx="435809" cy="435809"/>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203073" y="127018"/>
            <a:ext cx="564987" cy="56498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11374940" y="6118972"/>
            <a:ext cx="468272" cy="468272"/>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76172" y="375186"/>
            <a:ext cx="300658" cy="30065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5480673" y="276669"/>
            <a:ext cx="716309" cy="716309"/>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finds front-loading reasoning data into pretraining yields a 19% average gain over post-t…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durability of reasoning capabilities established during pretraining is most likely related to the representational depth achieved when the model encounters reasoning patterns across billions of tokens at low learning rates (relative to later stages). During pretraining, the same reasoning structures — logical inference, constraint propagation, multi-step planning — are encountered in varied surface forms across diverse documents, causing the model to develop deep, abstract representations of these patterns rather than surface-level templates. SFT operates on top of these representations with a much smaller data volume and typically higher learning rate, which can refine and direct existing capabilities but cannot easily create new foundational representations if they are absent. The gradient density argument supports this: pretraining provides orders of magnitude more gradient updates on reasoning-adjacent content than SFT can, making the pretraining-phase representations more consolidated in the weight space.</a:t>
            </a:r>
          </a:p>
        </p:txBody>
      </p:sp>
      <p:sp>
        <p:nvSpPr>
          <p:cNvPr id="7" name="Oval 6"/>
          <p:cNvSpPr/>
          <p:nvPr/>
        </p:nvSpPr>
        <p:spPr>
          <a:xfrm>
            <a:off x="841289" y="55037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374997" y="8730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98058" y="449884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457295" y="56994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60834" y="143081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"asymmetric principle" states that pretraining benefits most from diversity (11% gain) while SFT benefits most from quality (15% gain). Why would the optimal data property differ by training stage — what does each stage's optimization objective select for?</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"asymmetric principle" states that pretraining benefits most from diversity (11% gain) while SF…</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asymmetric principle arises from the different optimization regimes of each stage. Pretraining's next-token prediction objective benefits from diverse reasoning patterns because diversity prevents the model from overfitting to specific formats and forces it to learn the underlying logical structure rather than surface templates — encountering the same logical step in many different phrasings and domains promotes abstraction. SFT's supervised fine-tuning objective, by contrast, has a much smaller data budget and is optimizing for specific output format and behavior patterns, so quality becomes more important: low-quality SFT examples can actively mislead the model toward incorrect reasoning patterns because SFT updates are proportionally larger and more targeted. In essence, pretraining is about breadth of exposure, while SFT is about precision of instruction.</a:t>
            </a:r>
          </a:p>
        </p:txBody>
      </p:sp>
      <p:sp>
        <p:nvSpPr>
          <p:cNvPr id="7" name="Oval 6"/>
          <p:cNvSpPr/>
          <p:nvPr/>
        </p:nvSpPr>
        <p:spPr>
          <a:xfrm>
            <a:off x="1004547" y="36482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describes "latent effects" where high-quality pretraining data has impact only after SFT is applied. What is the mechanistic interpretation of this — does pretraining create dormant representations that SFT unlocks, and how would you design an experiment to confirm this hypothesis?</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describes "latent effects" where high-quality pretraining data has impact only after SFT…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mechanistic interpretation is that pretraining on high-quality reasoning data creates latent "reasoning circuits" — attention head specializations and MLP computations that encode logical operations — but these circuits are not activated in the model's default generation mode until SFT teaches it to apply them to prompted tasks. This is analogous to implicit memory in humans: knowledge can be encoded without being accessible until an appropriate retrieval cue is provided. An experiment to confirm this would compare probe classifiers trained to detect reasoning intermediate steps in the activations of: (a) pretrained-only models, (b) pretrained models with additional reasoning data, and (c) SFT-fine-tuned versions of each. If the latent hypothesis is correct, pretrained models with more reasoning data would show stronger reasoning-related activation patterns even before SFT, and SFT would selectively amplify these pre-existing patterns rather than creating them.</a:t>
            </a:r>
          </a:p>
        </p:txBody>
      </p:sp>
      <p:sp>
        <p:nvSpPr>
          <p:cNvPr id="7" name="Oval 6"/>
          <p:cNvSpPr/>
          <p:nvPr/>
        </p:nvSpPr>
        <p:spPr>
          <a:xfrm>
            <a:off x="4610790" y="1016369"/>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finding that "naively scaling SFT data can be detrimental" is counterintuitive. Under what conditions does adding more SFT data "wash away" pretraining benefits, and what does this imply about the optimal ratio between SFT data volume and pretraining reasoning exposure?</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finding that "naively scaling SFT data can be detrimental" is counterintuitive. Under what cond…</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Naively scaling SFT data becomes detrimental when the additional data introduces a distribution shift that overrides the model's pretrained representations. This can happen through several mechanisms: distributional dominance (SFT data from a narrow source overwhelms the diversity of reasoning patterns encoded in pretraining), gradient interference (large SFT volumes effectively "replay" a restricted distribution many times, fine-tuning the model toward surface template matching rather than abstract reasoning), or catastrophic forgetting when SFT learning rate is calibrated for small datasets and becomes destructive at scale. The optimal ratio between SFT volume and pretraining reasoning exposure appears to be governed by a balance: SFT should be large enough to activate latent capabilities but not so large that it overwrites the representational diversity that makes those capabilities generalizable.</a:t>
            </a:r>
          </a:p>
        </p:txBody>
      </p:sp>
      <p:sp>
        <p:nvSpPr>
          <p:cNvPr id="7" name="Oval 6"/>
          <p:cNvSpPr/>
          <p:nvPr/>
        </p:nvSpPr>
        <p:spPr>
          <a:xfrm>
            <a:off x="4924984" y="15427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study varies reasoning data by scale, diversity, and quality across training stages. How were "scale," "diversity," and "quality" operationalized in the experimental design — and how robust are the conclusions to different definitions or proxies for these properties?</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study varies reasoning data by scale, diversity, and quality across training stages. How were "…</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operationalization of these properties is a key limitation to probe. "Scale" was likely operationalized as data volume (tokens), "diversity" as domain or source coverage (number of reasoning task types, subject areas, or dataset sources), and "quality" as scores from a quality classifier or human annotation (often educational or logical soundness ratings). The conclusions are most robust to alternative definitions when the effect sizes are large (as the paper reports) and when multiple proxies for each dimension converge. However, there is genuine uncertainty about whether "diversity" in this study means source diversity (different web domains), task diversity (different reasoning problem types), or distributional diversity (statistical uniqueness) — each could produce different findings, and practitioners applying these results would need to consider which type of diversity is most relevant to their target capabilities.</a:t>
            </a:r>
          </a:p>
        </p:txBody>
      </p:sp>
      <p:sp>
        <p:nvSpPr>
          <p:cNvPr id="7" name="Oval 6"/>
          <p:cNvSpPr/>
          <p:nvPr/>
        </p:nvSpPr>
        <p:spPr>
          <a:xfrm>
            <a:off x="10139045" y="12006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Most frontier model pretraining corpora are opaque, making this line of research difficult to replicate externally. What specific experimental controls or ablations would be necessary for practitioners to apply these findings to their own training pipelines without access to the exact data mixtures used?</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Most frontier model pretraining corpora are opaque, making this line of research difficult to repli…</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For practitioners without access to proprietary pretraining corpora, the key experimental controls would be: (a) an ablation varying only the reasoning data fraction (0%, 1%, 5%, 10% of pretraining tokens) while keeping total compute constant, using a fixed publicly available reasoning dataset; (b) a staged experiment measuring the gap between models with different pretraining reasoning exposure when each is SFT'd with identical data; (c) measuring at multiple intermediate checkpoints rather than only at final convergence to distinguish effects that appear early (foundational) from effects that appear late (potentially SFT-recoverable). Practitioners should also specify the reasoning capability domain (math, code, logical deduction) since the optimal allocation may differ across domains, and use multiple evaluation benchmarks to avoid overfit conclusions from single-benchmark optimization.</a:t>
            </a:r>
          </a:p>
        </p:txBody>
      </p:sp>
      <p:sp>
        <p:nvSpPr>
          <p:cNvPr id="7" name="Oval 6"/>
          <p:cNvSpPr/>
          <p:nvPr/>
        </p:nvSpPr>
        <p:spPr>
          <a:xfrm>
            <a:off x="979244" y="257050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If front-loading reasoning data is so critical, what are the implications for models that are continually pre-trained or domain-adapted after initial training? Does the "front-loading" advantage apply only to initial pretraining, or can it also be leveraged in mid-training stages?</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If front-loading reasoning data is so critical, what are the implications for models that are conti…</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front-loading advantage is most pronounced at the initial pretraining stage because it establishes the foundational representation over the full training horizon when gradient updates have the longest time to consolidate. However, the paper's finding that mid-training reasoning data is "relatively proprietary and less openly characterized" suggests the field already implicitly recognizes a mid-training analog: introducing reasoning-dense data at a mid-training stage (after general language modeling is established) can serve a similar "front-loading" role relative to the SFT stage. For continual pretraining or domain adaptation, the principle would suggest that any reasoning data should be introduced early in the additional training phase rather than saved for the final SFT stage, since even in continued training, early-stage representations tend to be more consolidated and durable than late-stage fine-tuning adjustments.</a:t>
            </a:r>
          </a:p>
        </p:txBody>
      </p:sp>
      <p:sp>
        <p:nvSpPr>
          <p:cNvPr id="7" name="Oval 6"/>
          <p:cNvSpPr/>
          <p:nvPr/>
        </p:nvSpPr>
        <p:spPr>
          <a:xfrm>
            <a:off x="174124" y="19743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Pentagon 1"/>
          <p:cNvSpPr/>
          <p:nvPr/>
        </p:nvSpPr>
        <p:spPr>
          <a:xfrm>
            <a:off x="4783784" y="873860"/>
            <a:ext cx="276942" cy="276942"/>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903296" y="220743"/>
            <a:ext cx="456033" cy="456033"/>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636872" y="265207"/>
            <a:ext cx="379113" cy="379113"/>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611110" y="4577622"/>
            <a:ext cx="669330" cy="669330"/>
          </a:xfrm>
          <a:prstGeom prst="parallelogram">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6064" y="755001"/>
            <a:ext cx="685853" cy="685853"/>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30537" y="6523345"/>
            <a:ext cx="334654" cy="334654"/>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618920" y="2181194"/>
            <a:ext cx="570031" cy="57003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0070" y="122609"/>
            <a:ext cx="353367" cy="353367"/>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The prevailing paradigm for enhancing the reasoning abilities of LLMs revolves around post-training on high-quality, reasoning-intensive data. While emerging literature suggests that reasoning data is increasingly incorporated also during the mid-training stage-a practice that is relatively more pr…</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Front-Loading Reasoning: The Synergy between Pretraining 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