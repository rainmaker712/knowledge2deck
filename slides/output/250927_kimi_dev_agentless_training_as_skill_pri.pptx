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Kimi-Dev: Agentless Training as Skill Prior for SWE-Agents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Zonghan Yang, Shengjie Wang, Kelin Fu, Wenyang He, et al. (Moonshot AI, Tsinghua University, Peking University)</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25-09-27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https://arxiv.org/abs/2509.23045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Kimi-Dev: Agentless Training as Skill Prior for SWE-Agents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Agentless와 Agentic 프레임워크를 경쟁 패러다임이 아닌 보완 관계로 재정의한다. Agentless 학습이 유도하는 버그 로컬라이제이션·코드 편집·자기 반성 스킬이 멀티턴 에이전트에 전이되어, 5,000개 공개 궤적만으로 Claude 3.5 Sonnet과 동등한 성능(48.6%)을 달성한다.</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Agentless 워크플로우 SOTA: SWE-bench Verified 60.4% — 테스트 시간 자기 플레이(40×40 패치/테스트 조합)로 48.0%에서 달성; 워크플로우 접근 중 최고</a:t>
            </a:r>
          </a:p>
          <a:p>
            <a:pPr algn="l">
              <a:spcBef>
                <a:spcPts val="600"/>
              </a:spcBef>
            </a:pPr>
            <a:r>
              <a:rPr sz="2000" b="0">
                <a:solidFill>
                  <a:srgbClr val="FFFFFF"/>
                </a:solidFill>
                <a:latin typeface="Arial"/>
              </a:rPr>
              <a:t>▶  4단계 학습 파이프라인: Mid-training(~150B GitHub 토큰) → Cold-start(DeepSeek R1 궤적 SFT) → RL(코드 편집 단계 결과 기반 보상) → Test-time Self-play</a:t>
            </a:r>
          </a:p>
          <a:p>
            <a:pPr algn="l">
              <a:spcBef>
                <a:spcPts val="600"/>
              </a:spcBef>
            </a:pPr>
            <a:r>
              <a:rPr sz="2000" b="0">
                <a:solidFill>
                  <a:srgbClr val="FFFFFF"/>
                </a:solidFill>
                <a:latin typeface="Arial"/>
              </a:rPr>
              <a:t>▶  RL 사전의 토큰 효율: 기반 모델이 1.5×2²⁸ 토큰 필요한 성능을 RL 사전은 2²³ 토큰만으로 달성 — 약 2,304배 효율 격차</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스킬 전이 메커니즘: 각 에이전트 턴이 로컬라이제이션·편집·반성 스킬의 인스턴스화이므로, 싱글턴 Agentless 학습이 자연스럽게 멀티턴 의사결정 품질을 높임</a:t>
            </a:r>
          </a:p>
          <a:p>
            <a:pPr algn="l">
              <a:spcBef>
                <a:spcPts val="600"/>
              </a:spcBef>
            </a:pPr>
            <a:r>
              <a:rPr sz="2000" b="0">
                <a:solidFill>
                  <a:srgbClr val="FFFFFF"/>
                </a:solidFill>
                <a:latin typeface="Arial"/>
              </a:rPr>
              <a:t>▶  미드-트레이닝 선형 스케일링: 토큰 예산 증가에 비례한 성능 향상 관찰 — 데이터 포화 없이 스케일링 가능성 시사</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Agentless 파이프라인에서 학습된 "스킬 사전(skill prior)"이 멀티턴 에이전트 환경으로 전이될 때, 어떤 메커니즘이 싱글턴 워크플로우와 인터랙티브 의사결정 간의 갭을 메워주는가?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Agentless 파이프라인에서 학습된 "스킬 사전(skill prior)"이 멀티턴 에이전트 환경으로 전이될 때, 어떤 메커니즘이 싱글턴 워크플로우와 인터랙티브 의사결정 간의…</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핵심 전이 메커니즘은 Agentless 학습이 버그 로컬라이제이션, 코드 편집, 자기 반성이라는 세 가지 개별 스킬을 독립적으로 강화한다는 점에 있다. 멀티턴 에이전트 환경에서 각 턴은 본질적으로 이 세 스킬 중 하나의 인스턴스화이므로, 싱글턴 워크플로우에서 학습된 능력이 자연스럽게 각 턴의 의사결정 품질을 높인다. 특히 RL 단계에서 결과 기반 보상으로 학습된 코드 편집 능력은 에이전트가 환경 피드백을 받아 수정하는 패턴과 구조적으로 유사하다. 다만, 멀티턴 특유의 도구 사용 순서 결정이나 탐색 전략은 Agentless 학습에서 직접 다루지 않으므로, 5,000개 궤적을 이용한 미니멀 SFT가 이 갭을 메우는 "어댑터" 역할을 수행한다.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Cold-start 단계에서 DeepSeek R1 궤적을 사용한 SFT가 자체 생성 궤적 대비 어떤 구조적 이점을 제공하며, 이 선택이 후속 RL 단계의 학습 역학에 어떤 영향을 미치는가?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Cold-start 단계에서 DeepSeek R1 궤적을 사용한 SFT가 자체 생성 궤적 대비 어떤 구조적 이점을 제공하며, 이 선택이 후속 RL 단계의 학습 역학에 어떤 영향을…</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DeepSeek R1 궤적의 핵심 이점은 이미 검증된 장문 Chain-of-Thought 추론 구조를 포함한다는 점이다. Cold-start SFT의 목적은 모델이 긴 추론 체인을 생성하는 포맷 자체를 학습하는 것이며, 자체 생성 궤적은 아직 이 능력이 부재한 모델에서 나오므로 품질이 낮고 부트스트래핑 문제가 발생한다. R1 궤적으로 초기화함으로써 후속 RL 단계에서 정책이 이미 합리적인 탐색 공간 내에서 시작할 수 있어 보상 신호의 분산이 줄고 학습이 안정화된다. 이는 모방 학습으로 기본 행동 분포를 확보한 뒤 RL로 최적화하는 표준 패러다임의 변형이다.</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강화학습이 코드 편집 단계에만 집중하고 버그 로컬라이제이션 단계에는 적용하지 않은 설계 결정의 근거는 무엇이며, 이것이 전체 파이프라인 성능의 병목과 어떻게 관련되는가?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강화학습이 코드 편집 단계에만 집중하고 버그 로컬라이제이션 단계에는 적용하지 않은 설계 결정의 근거는 무엇이며, 이것이 전체 파이프라인 성능의 병목과 어떻게 관련되는가?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코드 편집 단계에 RL을 집중한 것은 이 단계가 결과 검증이 가장 명확한 지점이기 때문이다 — 패치가 테스트를 통과하는지 여부가 자연스러운 이진 보상이 된다. 버그 로컬라이제이션은 보상 설계가 난해하다. 올바른 파일/함수를 찾았는지 판단하려면 정답 위치가 필요한데, 실제 환경에서 로컬라이제이션의 정답은 다대다 관계(여러 위치에서 수정 가능)여서 이진 보상으로 축소하기 어렵다. 이 설계는 파이프라인에서 로컬라이제이션이 SFT와 미드-트레이닝만으로도 충분히 학습 가능하며, 전체 성능의 병목이 편집 정확도에 있다는 암묵적 가정을 내포한다.</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테스트 시간 자기 플레이에서 40×40(패치×테스트) 조합이 48.0%에서 60.4%로 12.4%p 향상을 이끌어내는데, 이 스케일링 곡선의 효율성 한계는 어디이며 패치와 테스트 중 어느 축의 증가가 더 큰 기여를 하는가?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테스트 시간 자기 플레이에서 40×40(패치×테스트) 조합이 48.0%에서 60.4%로 12.4%p 향상을 이끌어내는데, 이 스케일링 곡선의 효율성 한계는 어디이며 패치와 테스트…</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48.0%에서 60.4%로의 향상은 패치와 테스트 두 축의 시너지에서 비롯된다. 테스트 생성은 패치 선별을 위한 검증 신호를 제공하고, 패치 다양성은 정답을 포함할 확률을 높인다. 스케일링 곡선은 best-of-N 샘플링의 일반적 패턴을 따라 초기 증가(1×1 → 10×10)에서 가장 큰 한계 이득을 보이고 이후 수확이 체감할 것으로 추론된다. 두 축의 개별 기여를 분리한 ablation 결과는 전문 확인이 필요하나, 테스트 수가 충분한 이후에는 패치 다양성 증가의 한계 기여가 더 클 가능성이 있다.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 사전이 기반 모델 대비 토큰 효율에서 약 2,304배 우위를 보이는데, 이 효율 격차가 SWE-bench 외의 다른 소프트웨어 엔지니어링 태스크에서도 유지될 것으로 기대할 수 있는가?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 사전이 기반 모델 대비 토큰 효율에서 약 2,304배 우위를 보이는데, 이 효율 격차가 SWE-bench 외의 다른 소프트웨어 엔지니어링 태스크에서도 유지될 것으로 기대할…</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토큰 효율 격차의 일반화 가능성은 태스크의 구조적 유사성에 크게 의존한다. SWE-bench는 "기존 코드베이스의 버그 수정"이라는 잘 정의된 태스크이며, RL 사전이 학습한 스킬이 직접 적용된다. 기능 추가, 리팩토링, 새로운 시스템 설계 같은 더 개방적인 태스크에서는 필요한 스킬 세트가 달라 동일한 효율 격차를 기대하기 어렵다. 반면 코드 리뷰, 테스트 작성, 마이그레이션 같은 구조화된 편집 태스크에서는 유사한 전이 효과가 나타날 수 있다.</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미드-트레이닝의 150B 토큰 중 자연적 diff, PR 커밋, 합성 추론 패턴의 구성 비율과 각 데이터 유형의 기여도는 어떻게 분석되며, 데이터 혼합 비율에 대한 ablation이 존재하는가?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미드-트레이닝의 150B 토큰 중 자연적 diff, PR 커밋, 합성 추론 패턴의 구성 비율과 각 데이터 유형의 기여도는 어떻게 분석되며, 데이터 혼합 비율에 대한 ablatio…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미드-트레이닝 150B 토큰에서 자연적 diff와 PR 커밋은 GitHub의 실제 소프트웨어 변경 이력이고, 합성 추론 패턴은 코드 이해와 변환을 위해 인공적으로 생성된 데이터다. 토큰 예산에 대한 선형 스케일링이 관찰되었다는 보고는 데이터 양 증가가 꾸준히 성능을 향상시킴을 의미하나, 각 데이터 유형의 개별 기여도에 대한 상세 ablation은 전문 확인이 필요하다. 자연적 diff는 실제 편집 패턴 분포를, 합성 추론 패턴은 단계적 사고 능력을 각각 강화하는 데 기여할 것으로 추론된다.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5,000개의 공개 궤적만으로 SWE-Agent 적응 시 Claude 3.5 Sonnet과 동등한 성능을 달성했는데, 궤적의 양과 질 중 어떤 요소가 이 효율적 적응의 주된 동인이며, 궤적 수를 늘렸을 때의 수확 체감 양상은 어떠한가?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5,000개의 공개 궤적만으로 SWE-Agent 적응 시 Claude 3.5 Sonnet과 동등한 성능을 달성했는데, 궤적의 양과 질 중 어떤 요소가 이 효율적 적응의 주된 동인…</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5,000개 궤적의 효율적 적응은 양보다 RL 사전의 존재에 기인한다. 기반 모델이 이미 코드 편집과 자기 반성 스킬을 내재화한 상태이므로, SFT는 새로운 능력을 가르치는 것이 아니라 멀티턴 인터랙션의 포맷과 도구 사용 패턴만 정렬하면 된다 — 본질적으로 적은 데이터로 충분한 "포맷 적응" 문제다. 궤적 수를 늘렸을 때의 수확 체감은 빠르게 나타날 것으로 예상된다. 성능 향상의 주된 레버는 궤적 수 증가가 아닌 다양성(다양한 리포지토리, 버그 유형, 도구 사용 패턴)일 가능성이 높다.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Agentless 워크플로우 SOTA: SWE-bench Verified 60.4% — 테스트 시간 자기 플레이(40×40 패치/테스트 조합)로 48.0%에서 달성; 워크플로우 접근 중 최고
▶  4단계 학습 파이프라인: Mid-training(~150B GitHub 토큰) → Cold-start(DeepSeek R1 궤적 SFT) → RL(코드 편집 단계 결과 기반 보상) → Test-time Self-play
▶  RL 사전의 토큰 효율: 기반 모델이 1.5×2²⁸ 토큰 필요한 성능을 RL 사전은 2²³ 토큰만으로 달성 — 약 2,304배 효율 격차</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Kimi-Dev: Agentless Training as Skill Prior for SWE-Agents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