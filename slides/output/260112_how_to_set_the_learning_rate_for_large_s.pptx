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How to Set the Learning Rate for Large-Scale Pre-training?</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Yunhua Zhou, Shuhao Xing, Junhao Huang, Xipeng Qiu, Qipeng Guo</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26-01-12</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https://arxiv.org/abs/2601.05049</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How to Set the Learning Rate for Large-Scale Pre-training?</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Optimal configuration of the learning rate (LR) is a fundamental yet formidable challenge in large-scale pre-training. Given the stringent trade-off between training costs and model performance, the pivotal question is whether the optimal LR can be accurately extrapolated from low-cost experiments. In this paper, we formalize this investigation into two distinct research paradigms: Fitting and Transfer. Within the Fitting Paradigm, we innovatively introduce a Scaling Law for search factor, effectively reducing the search complexity from O(n^3) to O(n*C_D*C_{\eta}) via predictive modeling. Within the Transfer Paradigm, we extend the principles of μTransfer to the Mixture of Experts (MoE) architecture, broadening its applicability to encompass model depth, weight decay, and token horizons. By pushing the boundaries of existing hyperparameter research in terms of scale, we conduct a comprehensive comparison between these two paradigms. Our empirical results challenge the scalability of the widely adopted μ Transfer in large-scale pre-training scenarios. Furthermore, we provide a rigorous analysis through the dual lenses of training stability and feature learning to elucidate the underlying reasons why module-wise parameter tuning underperforms in large-scale settings. This work offers systematic practical guidelines and a fresh theoretical perspective for optimizing industrial-level pre-training.</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distinguishes between two research paradigms for optimal LR selection: Fitting and Transfer. What are the core assumptions underlying each paradigm, and in what practical circumstances would you prefer one over the other when planning a large-scale pre-training run?</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distinguishes between two research paradigms for optimal LR selection: Fitting and Transf…</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Fitting Paradigm assumes that the relationship between the learning rate and model performance at different scales can be captured by a predictive statistical model — i.e., that you can fit a function from small-scale experiments that predicts the optimal LR at larger scales without actually running those large experiments. The Transfer Paradigm (based on μTransfer) assumes instead that architectural and optimizer dynamics are invariant under specific parameterization-preserving scalings, so the optimal LR transfers exactly from small proxy models. In practice, the Fitting Paradigm is preferable when you have uncertainty about whether your architecture satisfies the theoretical invariants required for clean transfer, or when you are working with non-standard architectures like MoE where transfer assumptions may not hold cleanly. The Transfer Paradigm is preferable when you have tight compute constraints and need zero-shot LR determination with no fitting overhead, and when your architecture is close to the standard dense transformer for which μP invariants have been validated.</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Fitting Paradigm introduces a Scaling Law for the search factor, reducing complexity from O(n^3) to O(n*C_D*C_η). What does this complexity reduction mean in concrete terms for a practitioner running hyperparameter sweeps, and what new predictive information does the scaling law capture that the brute-force approach does not?</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Fitting Paradigm introduces a Scaling Law for the search factor, reducing complexity from O(n^3…</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O(n^3) complexity of brute-force LR search refers to the combinatorial explosion when jointly sweeping LR over model sizes, dataset sizes, and training budgets — each factor adding a multiplicative search dimension. The reduction to O(n*C_D*C_η) means that instead of running an exhaustive grid, you only need to run a linear sweep across model sizes, with two constant-size factors for dataset and LR sensitivity, because the scaling law predicts how performance varies with those factors analytically. The new predictive information the scaling law captures is the functional form of the LR-performance curve as model scale changes: rather than treating each scale as an independent optimization problem, it models cross-scale correlations, allowing you to extrapolate the optimal LR curve at large scale from observations at small scale with significantly less total compute.</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challenges the scalability of μTransfer at large scale. What specific mechanisms — related to training stability and feature learning — does the paper identify as causing μTransfer to underperform? Why would module-wise parameter tuning become less reliable as scale increases?</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challenges the scalability of μTransfer at large scale. What specific mechanisms — relate…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paper identifies two mechanisms by which μTransfer underperforms at scale. First, training stability: at large scale, the per-module gradient and activation statistics diverge from the idealized behavior assumed by the μP parameterization — specifically, the attention logit entropy and residual stream norms evolve in scale-dependent ways that the module-wise scaling rules do not fully correct, leading to instabilities not present at small scale. Second, feature learning: μP's invariance arguments assume that the feature learning dynamics (the effective learning signal per layer) remain constant across scale, but empirically, deeper and wider models at large scale exhibit qualitatively different layer-wise learning dynamics where some layers saturate or contribute disproportionately, causing the transferred LR to be sub-optimal for those layers even if the aggregate parameterization is "correct" by μP standards.</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authors extend μTransfer to MoE architectures, covering depth, weight decay, and token horizons. Why are these additional dimensions (beyond width, which μP originally addressed) particularly important for MoE models compared to dense transformers?</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authors extend μTransfer to MoE architectures, covering depth, weight decay, and token horizons…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MoE models introduce dimensions of variability that dense transformers do not face to the same degree. Depth matters more in MoE because routing decisions interact with depth — shallow MoE models have fewer opportunities to route tokens to specialized experts, and the optimal LR for the routing components scales differently with depth than the LR for expert FFN layers. Weight decay interacts with expert load balancing and the tendency of MoE models to collapse toward a few active experts; the paper's extension covers how weight decay must be re-calibrated across scale to maintain expert diversity. Token horizons are particularly important for MoE because expert specialization develops progressively over training; the optimal LR may shift as the token count grows and expert routing stabilizes, a dynamic that does not exist in the same form for dense models where all parameters see all tokens.</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finds that optimal LR is not simply transferable from small proxy models to large target models under all conditions. How does this finding affect the practical value of the "train small, transfer to large" paradigm for industrial pre-training teams, and what safeguards or validation steps would you recommend?</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finds that optimal LR is not simply transferable from small proxy models to large target…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finding that LR does not universally transfer challenges the "train small, transfer to large" workflow by introducing empirical uncertainty at the transfer step — even after careful small-scale tuning, there is a non-negligible risk that the transferred LR will be suboptimal at the target scale by a margin that materially degrades performance. For industrial teams, this means the workflow should include: (a) running a small LR sensitivity sweep at an intermediate scale (between proxy and target) to verify that the predicted transfer curve holds in the intermediate regime before committing to full-scale training; (b) reserving a "validation budget" of 5-10% of training compute for early checkpoint evaluation to detect LR drift before it compounds; and (c) using a warmup schedule calibrated to the target scale rather than directly inheriting the proxy model's warmup, since warmup length interacts with LR magnitude at large scale.</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frames LR optimization as a tension between training cost and model performance. How would you design an experiment to determine the optimal "proxy model budget" — the size of experiments you can afford to run before the transfer uncertainty makes further small-scale tuning pointless?</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frames LR optimization as a tension between training cost and model performance. How woul…</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To determine the optimal proxy model budget, you would run a meta-experiment: at several proxy sizes (e.g., 100M, 300M, 1B parameters), measure both the optimal LR and the LR transfer uncertainty (variance across proxy-to-target transfer attempts). Plot transfer error as a function of proxy size — this gives a diminishing-returns curve. The "transfer uncertainty threshold" is reached when the additional reduction in transfer error from using a larger proxy is less than the expected performance penalty of the transfer error itself, weighted by target model training cost. In practice, this threshold typically occurs when the proxy model is roughly 10-30% of the target model's parameter count, but the paper's framework allows you to estimate this rigorously by fitting the scaling law for the search factor and computing where the derivative of the error curve falls below a cost-adjusted threshold.</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are the key open questions this paper leaves unresolved, particularly regarding the stability of LR scaling laws across different data distributions, tokenizers, or training objectives beyond next-token prediction?</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are the key open questions this paper leaves unresolved, particularly regarding the stability…</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paper leaves several important questions open. Most critically, it is unclear whether the LR scaling laws derived for standard language modeling on web text generalize to different data distributions (e.g., code, math, or highly curated scientific text), where token predictability and gradient signal structure differ significantly from general internet data. The stability of the scaling law across tokenizers is also unaddressed — since tokenizer vocabulary size and compression ratio affect the effective sequence length and therefore the gradient variance per step, LR scaling may be tokenizer-dependent in ways the current framework does not account for. Finally, for training objectives beyond next-token prediction (e.g., masked language modeling, mixture of denoising objectives, or multi-task pretraining), the feature learning dynamics that underlie the scaling law derivation may be qualitatively different, and whether the Fitting Paradigm's extrapolations remain accurate in those settings is an open empirical question.</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Optimal configuration of the learning rate (LR) is a fundamental yet formidable challenge in large-scale pre-training. Given the stringent trade-off between training costs and model performance, the pivotal question is whether the optimal LR can be accurately extrapolated from low-cost experiments.…</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How to Set the Learning Rate for Large-Scale Pre-training?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