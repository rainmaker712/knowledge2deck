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Learning Dynamics in Continual Pre-Training for Large Language Models</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Xingjin Wang, Howe Tissue, Lu Wang, Linjing Li, Daniel Dajun Zeng</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25-07-13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https://proceedings.mlr.press/v267/wang25cx.html</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Learning Dynamics in Continual Pre-Training for Large Language Models</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CPT 손실 곡선을 "하나의 분포에서 다른 숨겨진 분포 곡선으로의 전환"으로 모델링한다. 분포 이동 효과와 학습률 어닐링 효과를 분리해 분석하고, 두 요인을 통합한 CPT 스케일링 법칙을 도출한다.</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두 효과 분리: CPT에서 손실 변화 = 분포 이동 효과 + 학습률 어닐링 효과 — 이 둘을 구분하지 않으면 도메인 적응의 실제 진행 정도를 과대/과소 평가</a:t>
            </a:r>
          </a:p>
          <a:p>
            <a:pPr algn="l">
              <a:spcBef>
                <a:spcPts val="600"/>
              </a:spcBef>
            </a:pPr>
            <a:r>
              <a:rPr sz="2000" b="0">
                <a:solidFill>
                  <a:srgbClr val="FFFFFF"/>
                </a:solidFill>
                <a:latin typeface="Arial"/>
              </a:rPr>
              <a:t>▶  CPT 스케일링 법칙: 학습률, 훈련 반복 횟수, 데이터셋 분포 거리를 통합해 검증 손실 예측 — 다양한 CPT 데이터셋과 학습 하이퍼파라미터에서 성립</a:t>
            </a:r>
          </a:p>
          <a:p>
            <a:pPr algn="l">
              <a:spcBef>
                <a:spcPts val="600"/>
              </a:spcBef>
            </a:pPr>
            <a:r>
              <a:rPr sz="2000" b="0">
                <a:solidFill>
                  <a:srgbClr val="FFFFFF"/>
                </a:solidFill>
                <a:latin typeface="Arial"/>
              </a:rPr>
              <a:t>▶  일반-도메인 성능 트레이드오프 예측: 일반 능력 보존과 도메인 적응 속도 간 균형을 정량적으로 제어하는 하이퍼파라미터 커스터마이제이션 가능</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실용적 가치: 비용이 많이 드는 하이퍼파라미터 탐색 실험을 대폭 줄이고, 분포 거리와 목표 성능을 입력하면 최소 훈련 반복 횟수와 적절한 학습률 범위를 사전 추정</a:t>
            </a:r>
          </a:p>
          <a:p>
            <a:pPr algn="l">
              <a:spcBef>
                <a:spcPts val="600"/>
              </a:spcBef>
            </a:pPr>
            <a:r>
              <a:rPr sz="2000" b="0">
                <a:solidFill>
                  <a:srgbClr val="FFFFFF"/>
                </a:solidFill>
                <a:latin typeface="Arial"/>
              </a:rPr>
              <a:t>▶  CPT 초기 손실 급등 해석: 학습 실패가 아닌 분포 전환의 자연스러운 결과 — 학습률 재가열(re-warming)과 분포 이동 각각의 기여를 분리해 진단 가능</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CPT 손실 곡선을 "하나의 곡선에서 다른 숨겨진 곡선으로의 전환"으로 모델링한다는 것은 구체적으로 어떤 수학적 형태를 취하며, 두 곡선 사이의 전환 지점은 무엇에 의해 결정되는가?</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CPT 손실 곡선을 "하나의 곡선에서 다른 숨겨진 곡선으로의 전환"으로 모델링한다는 것은 구체적으로 어떤 수학적 형태를 취하며, 두 곡선 사이의 전환 지점은 무엇에 의해 결정되는…</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손실 곡선의 전환 모델링은 CPT 시작 시 모델이 원래 사전학습 데이터 분포에 최적화된 상태에서 새로운 도메인 분포로 이동하는 과정을 반영한다. 수학적으로 이는 원래 분포에서의 손실 곡선(수렴에 가까운 상태)과 새로운 도메인에서의 "숨겨진" 손실 곡선(아직 학습이 진행되지 않은 상태) 사이의 가중 전환으로 표현될 가능성이 높다. 전환 지점은 학습률 크기와 두 데이터 분포 간 거리에 의해 결정되며, 학습률이 높을수록 전환이 빠르고 분포 거리가 클수록 전환 과정의 손실 급등(spike)이 두드러진다. 이 모델의 핵심 통찰은 CPT 초기의 손실 증가가 학습 실패가 아니라 분포 전환의 자연스러운 결과임을 정량적으로 설명한다는 것이다.</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분포 이동 효과와 학습률 어닐링 효과를 분리하는 것이 기존 CPT 연구에서 간과되어 온 이유는 무엇이며, 이 두 효과가 결합될 때 손실 곡선에 어떤 혼동을 야기하는가?</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분포 이동 효과와 학습률 어닐링 효과를 분리하는 것이 기존 CPT 연구에서 간과되어 온 이유는 무엇이며, 이 두 효과가 결합될 때 손실 곡선에 어떤 혼동을 야기하는가?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기존 CPT 연구에서는 학습률 어닐링과 분포 이동이 동시에 작용하기 때문에, 관찰되는 손실 감소가 "모델이 새 도메인을 잘 학습하고 있어서"인지 "학습률이 감소하면서 안정화되어서"인지 구분하기 어려웠다. 학습률 어닐링 자체가 손실을 낮추는 효과가 있으므로, 이를 분리하지 않으면 도메인 적응의 실제 진행 정도를 과대평가하게 된다. 반대로 CPT 초기의 손실 급등이 학습률 재가열 때문인지 분포 이동 때문인지도 혼동된다. 두 효과를 분리함으로써 각각이 손실 곡선의 어떤 구간에서 지배적인지 명확히 하고, 이를 통해 더 정확한 스케일링 법칙 도출이 가능해진다.</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CPT 스케일링 법칙에서 "데이터셋 분포 거리"를 어떻게 정량화하며, 이 거리 측정 방식의 선택이 스케일링 법칙의 예측 정확도에 얼마나 민감한가?</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CPT 스케일링 법칙에서 "데이터셋 분포 거리"를 어떻게 정량화하며, 이 거리 측정 방식의 선택이 스케일링 법칙의 예측 정확도에 얼마나 민감한가?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데이터셋 분포 거리의 정량화 방식은 초록에서 명시적으로 기술되지 않으나, KL divergence, perplexity 차이, 또는 임베딩 공간에서의 거리로 측정했을 가능성이 높다. 스케일링 법칙이 이 거리를 변수로 포함한다는 것은 분포 거리가 커질수록 동일한 학습률과 반복 횟수에서도 더 많은 훈련이 필요하다는 관계를 포착한다는 의미이다. 거리 측정 방식의 선택에 따라 법칙의 일반화 성능이 달라질 수 있으며, 이는 프레임워크의 실용성을 좌우하는 핵심 설계 결정이다.</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일반 성능과 도메인 특화 성능 간의 트레이드오프를 제어하는 하이퍼파라미터 커스터마이제이션 프레임워크는 Chinchilla 스케일링 법칙이나 기존 학습률 스케줄 연구와 어떤 점에서 차별화되는가?</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일반 성능과 도메인 특화 성능 간의 트레이드오프를 제어하는 하이퍼파라미터 커스터마이제이션 프레임워크는 Chinchilla 스케일링 법칙이나 기존 학습률 스케줄 연구와 어떤 점에서…</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Chinchilla 스케일링 법칙은 모델 크기와 훈련 토큰 수의 최적 비율을 사전학습 단계에서 단일 분포로 다룬다. 이 연구의 CPT 스케일링 법칙은 이미 학습된 모델이 새로운 분포로 전환될 때의 손실 예측을 다루며, Chinchilla에는 없는 "분포 거리"라는 변수가 추가된다. 학습률의 역할도 단순한 최적화 속도가 아니라 두 분포 간 전환 속도를 조절하는 메커니즘으로 재해석된다. 기존 학습률 스케줄 연구가 단일 학습 과정의 수렴을 다루는 반면, 이 프레임워크는 일반 성능 보존과 도메인 적응이라는 이중 목표의 균형을 학습률을 통해 제어할 수 있음을 보인다.</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이 스케일링 법칙이 "광범위한 CPT 데이터셋과 학습 설정에서 검증"되었다고 하는데, 법칙이 실패하거나 예측 오차가 커지는 경계 조건은 무엇인가?</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이 스케일링 법칙이 "광범위한 CPT 데이터셋과 학습 설정에서 검증"되었다고 하는데, 법칙이 실패하거나 예측 오차가 커지는 경계 조건은 무엇인가?</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스케일링 법칙이 실패할 가능성이 높은 경계 조건으로는: (1) 사전학습 데이터와 극도로 이질적인 도메인(예: 영어 모델에 비라틴 문자 도메인 CPT), (2) 매우 짧은 CPT(수백 스텝 미만)에서 전환 모델이 안정화되기 전, (3) 모델 크기가 극단적으로 작거나 클 때 스케일링 계수가 변할 수 있는 경우가 있다. 또한 멀티모달 모델이나 MoE 아키텍처에서의 일반화 여부도 열린 질문이다.</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CPT 과정에서 일반 능력의 catastrophic forgetting과 도메인 적응 속도 사이의 관계를 이 프레임워크가 어떻게 포착하며, EWC나 replay-based 방법론과 비교했을 때 어떤 관점의 차이가 있는가?</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CPT 과정에서 일반 능력의 catastrophic forgetting과 도메인 적응 속도 사이의 관계를 이 프레임워크가 어떻게 포착하며, EWC나 replay-based 방법론…</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이 프레임워크는 catastrophic forgetting을 손실 곡선의 일반 검증 손실 증가로 직접 관찰하고 분포 이동의 함수로 모델링한다. EWC나 replay-based 방법이 "forgetting을 방지하는 기법"인 반면, 이 연구는 "forgetting이 어떤 조건에서 얼마나 발생하는지를 예측하는 법칙"에 해당한다. 즉, 처방(prescription)이 아니라 진단(diagnosis)과 예측(prediction)에 초점이 있다. 실무적으로는 이 스케일링 법칙으로 forgetting 정도를 사전 예측한 뒤, 그 예측이 허용 범위를 넘으면 EWC나 replay 같은 완화 기법을 적용하는 상호보완적 활용이 가능하다.</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이 연구의 스케일링 법칙을 실무에서 활용한다면, CPT를 시작하기 전에 최적의 학습률 스케줄과 훈련 토큰 수를 사전 예측하는 것이 가능한가, 그리고 그 예측의 실용적 정확도는 어느 수준인가?</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이 연구의 스케일링 법칙을 실무에서 활용한다면, CPT를 시작하기 전에 최적의 학습률 스케줄과 훈련 토큰 수를 사전 예측하는 것이 가능한가, 그리고 그 예측의 실용적 정확도는 어…</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이 연구의 가장 큰 실용적 가치는 바로 이 사전 예측 가능성에 있다. 스케일링 법칙에 분포 거리, 목표 도메인 성능, 허용 가능한 일반 성능 저하폭을 입력하면 필요한 최소 훈련 반복 횟수와 적절한 학습률 범위를 추정할 수 있어 비용이 많이 드는 하이퍼파라미터 탐색 실험을 대폭 줄여준다. 다만 예측 정확도는 분포 거리 측정의 신뢰성과 법칙의 피팅 품질에 의존하며, 소규모 프록시 실험으로 법칙의 파라미터를 먼저 캘리브레이션하는 과정이 필요할 수 있다. 실무에서는 정확한 최적값 예측보다는 "탐색 범위를 좁히는 도구"로 활용하는 것이 현실적이다.</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두 효과 분리: CPT에서 손실 변화 = 분포 이동 효과 + 학습률 어닐링 효과 — 이 둘을 구분하지 않으면 도메인 적응의 실제 진행 정도를 과대/과소 평가
▶  CPT 스케일링 법칙: 학습률, 훈련 반복 횟수, 데이터셋 분포 거리를 통합해 검증 손실 예측 — 다양한 CPT 데이터셋과 학습 하이퍼파라미터에서 성립
▶  일반-도메인 성능 트레이드오프 예측: 일반 능력 보존과 도메인 적응 속도 간 균형을 정량적으로 제어하는 하이퍼파라미터 커스터마이제이션 가능</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Learning Dynamics in Continual Pre-Training for Large Langu…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