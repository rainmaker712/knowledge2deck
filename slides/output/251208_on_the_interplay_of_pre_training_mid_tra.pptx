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On the Interplay of Pre-Training, Mid-Training, and RL on Reasoning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Charlie Zhang, Graham Neubig, Xiang Yue (Carnegie Mellon University)</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25-12-08</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https://arxiv.org/abs/2512.07783</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On the Interplay of Pre-Training, Mid-Training, and RL on Reasoning L…</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RL 포스트-트레이닝이 사전학습을 진정으로 넘어서는지를 통제된 합성 실험으로 해부한다. RL의 효과는 내재적 능력이 아닌 사전학습 기반의 충분성과 데이터 난이도 조정에 달려 있으며, 고정 컴퓨팅 예산에서 미드-트레이닝이 RL 단독보다 +10.8% 우수하다.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RL 효과의 두 조건: (i) 사전학습에서 과다 커버되지 않아 탐색 여지 존재 + (ii) RL 데이터가 모델의 "역량 경계(edge of competence)"에 조정 — 인-분포 태스크에서는 pass@128 향상 없음; 엣지 태스크에서 최대 +42%</a:t>
            </a:r>
          </a:p>
          <a:p>
            <a:pPr algn="l">
              <a:spcBef>
                <a:spcPts val="600"/>
              </a:spcBef>
            </a:pPr>
            <a:r>
              <a:rPr sz="2000" b="0">
                <a:solidFill>
                  <a:srgbClr val="FFFFFF"/>
                </a:solidFill>
                <a:latin typeface="Arial"/>
              </a:rPr>
              <a:t>▶  1% 임계값 발견: 새 컨텍스트에 사전학습 노출 0%면 RL 완전 실패, 1% 이상이면 강건한 교차-컨텍스트 일반화 — RL은 표현을 재조합할 뿐 새 원시 개념을 창조하지 않음</a:t>
            </a:r>
          </a:p>
          <a:p>
            <a:pPr algn="l">
              <a:spcBef>
                <a:spcPts val="600"/>
              </a:spcBef>
            </a:pPr>
            <a:r>
              <a:rPr sz="2000" b="0">
                <a:solidFill>
                  <a:srgbClr val="FFFFFF"/>
                </a:solidFill>
                <a:latin typeface="Arial"/>
              </a:rPr>
              <a:t>▶  미드-트레이닝 우위: 고정 컴퓨팅에서 미드-트레이닝+RL이 RL 단독보다 어려운 태스크 +10.8% — 지도 학습의 직접 감독이 RL 탐색보다 토큰 당 유효 그래디언트 신호 밀도가 높음</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Light vs. Heavy RL 분리: β=0.2(Light) → 엣지 태스크 pass@1 최고; β=0.8(Heavy) → 어려운 태스크 pass@128 최고 — 탐색-활용 트레이드오프의 실증</a:t>
            </a:r>
          </a:p>
          <a:p>
            <a:pPr algn="l">
              <a:spcBef>
                <a:spcPts val="600"/>
              </a:spcBef>
            </a:pPr>
            <a:r>
              <a:rPr sz="2000" b="0">
                <a:solidFill>
                  <a:srgbClr val="FFFFFF"/>
                </a:solidFill>
                <a:latin typeface="Arial"/>
              </a:rPr>
              <a:t>▶  프로세스 보상 최적 비율: 혼합 보상(0.2 결과 + 0.8 프로세스)에서 외삽 태스크 pass@1 +4~5%, 보상 해킹 감소</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pass@1과 pass@128의 괴리가 RL의 "능력 확장" 대 "샘플링 효율 향상"을 구분하는 핵심 지표로 사용되는데, 이 구분이 실제 추론 능력 향상을 판별하기에 충분한가?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pass@1과 pass@128의 괴리가 RL의 "능력 확장" 대 "샘플링 효율 향상"을 구분하는 핵심 지표로 사용되는데, 이 구분이 실제 추론 능력 향상을 판별하기에 충분한가?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pass@1은 모델이 단일 시도에서 정답을 생성하는 확률로 샘플링 효율을 반영하고, pass@128은 128번 시도 중 한 번이라도 정답이 나오는 확률로 모델이 해당 솔루션을 내재적으로 "알고 있는지"를 측정한다. RL이 pass@1만 올리고 pass@128은 변화시키지 못한다면, 이는 모델이 이미 알고 있던 답을 더 높은 확률로 샘플링하도록 분포를 재조정한 것에 불과하다. 반면 pass@128까지 상승하면 모델의 도달 가능한 솔루션 공간 자체가 확장된 것이다. 다만 이 이분법에는 한계가 있다. pass@128이 여전히 유한한 샘플 수이므로 매우 낮은 확률의 솔루션 경로를 포착하지 못할 수 있고, 추론 "능력"이 단순히 정답 도달 가능성이 아닌 체계적 추론 전략의 습득인지를 직접 측정하지는 못한다. 그럼에도 현재 사용 가능한 지표 중에서는 가장 깔끔한 조작적 정의를 제공한다.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"역량 경계(edge of competence)"에 맞춘 RL 데이터 설계가 최적이라는 결과는 커리큘럼 러닝과 어떤 관계에 있으며, 정적 경계 설정의 한계는 무엇인가?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"역량 경계(edge of competence)"에 맞춘 RL 데이터 설계가 최적이라는 결과는 커리큘럼 러닝과 어떤 관계에 있으며, 정적 경계 설정의 한계는 무엇인가?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역량 경계에 맞춘 RL 데이터 설계는 커리큘럼 러닝의 "zone of proximal development" 개념과 직접적으로 대응된다. 너무 쉬운 인-분포 데이터에서는 탐색 여지가 없어 정책 분포 재조정만 일어나고, 너무 어려운 데이터에서는 보상 신호가 희소해 학습이 비효율적이다. 엣지 태스크에서 pass@128 기준 최대 +42% 향상이 나타난 것은 모델이 간헐적으로 정답에 도달할 수 있는 난이도에서 RL 탐색이 가장 생산적임을 보여준다. 그러나 정적 경계 설정의 근본적 한계가 존재한다. RL 학습이 진행되면서 모델의 역량 경계 자체가 이동하므로 초기에 설정된 엣지 데이터가 점차 인-분포가 되어 학습 효과가 감소할 수 있다. 이는 적응적 커리큘럼이나 자기-평가 기반 난이도 조절이 추가로 필요함을 시사한다.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사전학습 노출 1% 임계값이 존재하는 메커니즘은 무엇이며, 이 수치가 태스크 복잡도나 모델 크기에 따라 어떻게 변할 수 있는가?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사전학습 노출 1% 임계값이 존재하는 메커니즘은 무엇이며, 이 수치가 태스크 복잡도나 모델 크기에 따라 어떻게 변할 수 있는가?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1% 임계값의 메커니즘적 해석은 다음과 같다. RL은 기존 표현을 재조합하고 강화하는 최적화 과정이지, 새로운 원시 개념(primitive)을 처음부터 학습하는 과정이 아니다. 사전학습에서 특정 컨텍스트에 대한 노출이 전혀 없으면(0%), 해당 컨텍스트의 토큰 수준 표현이나 기본 연산 패턴이 형성되지 않아 RL이 조합할 빌딩 블록 자체가 부재한다. 1% 수준의 최소 노출은 해당 컨텍스트의 기본 표현을 임베딩 공간에 충분히 정착시켜, RL이 이를 기존 추론 패턴과 교차 결합할 수 있는 발판을 마련한다. 더 큰 모델은 더 적은 노출로도 표현을 형성할 수 있고, 더 복잡한 태스크는 더 많은 노출을 요구할 것으로 추론된다.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고정 컴퓨팅 예산에서 미드-트레이닝이 RL 단독보다 우수한 이유는 무엇이며, 이 결과가 실제 대규모 모델 학습 파이프라인 설계에 어떤 함의를 갖는가?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고정 컴퓨팅 예산에서 미드-트레이닝이 RL 단독보다 우수한 이유는 무엇이며, 이 결과가 실제 대규모 모델 학습 파이프라인 설계에 어떤 함의를 갖는가?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미드-트레이닝이 고정 컴퓨팅 예산에서 RL 단독보다 +10.8% 우수한 핵심 이유는 학습 효율의 차이에 있다. 미드-트레이닝(지도 학습 방식)은 직접적인 정답 시퀀스를 통해 모델의 파라미터를 효율적으로 업데이트하는 반면, RL은 탐색 기반으로 신호를 획득하므로 동일한 컴퓨팅을 사용해도 유효한 그래디언트 신호의 밀도가 낮다. 실제 파이프라인 설계에 대한 함의는 명확하다. RL을 단독 처방으로 사용하는 것보다, 미드-트레이닝으로 강한 기반(prior)을 먼저 구축한 후 RL로 탐색적 확장을 추구하는 2단계 접근이 컴퓨팅 효율 면에서 우월하다. 미드-트레이닝의 데이터 품질과 분량이 후속 RL의 효과를 크게 좌우한다는 점도 함께 시사된다.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혼합 보상(0.2 결과 + 0.8 프로세스)이 최적이라는 결과가 GSM-Infinite의 합성 DAG 구조에 의존하는 것은 아닌지, 자연어 추론 태스크로의 전이 가능성은 어떠한가?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혼합 보상(0.2 결과 + 0.8 프로세스)이 최적이라는 결과가 GSM-Infinite의 합성 DAG 구조에 의존하는 것은 아닌지, 자연어 추론 태스크로의 전이 가능성은 어떠한가?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GSM-Infinite의 DAG 구조는 각 추론 단계가 명확히 분리되고 중간 결과의 정오를 객관적으로 판정할 수 있다는 특성을 갖는다. 자연어 추론 태스크에서는 중간 단계의 정확성 판정이 모호하고, 올바른 추론 경로가 유일하지 않으며, 단계 간 경계가 불분명하다. 따라서 프로세스 보상의 품질 자체가 크게 저하될 수 있어 동일한 혼합 비율이 최적이 아닐 가능성이 높다. 그러나 "밀집 프로세스 피드백이 희소 결과 신호를 보완한다"는 일반 원칙은 도메인 불변적으로 유효할 가능성이 크다. 수학 증명(형식적 검증 환경)이나 코드 생성(단위 테스트 기반 중간 검증)처럼 중간 단계 검증이 가능한 도메인에서 전이 가능성이 가장 높을 것이다.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Light-RL(β=0.2)이 엣지 태스크에서, Heavy-RL(β=0.8)이 어려운 태스크에서 각각 최적인 이유는 무엇이며, 이는 RL 강도와 탐색-활용 트레이드오프의 관점에서 어떻게 설명되는가?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Light-RL(β=0.2)이 엣지 태스크에서, Heavy-RL(β=0.8)이 어려운 태스크에서 각각 최적인 이유는 무엇이며, 이는 RL 강도와 탐색-활용 트레이드오프의 관점에서…</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Light-RL(β=0.2)은 사전학습 정책으로부터 크게 벗어나지 않으므로, 기존 능력의 정제를 통한 pass@1 향상이 효과적이다. 엣지 태스크는 모델이 이미 간헐적으로 풀 수 있는 난이도이므로 과도한 정책 변경은 오히려 작동하는 솔루션 경로를 훼손할 위험이 있다. 반면 Heavy-RL(β=0.8)은 사전학습 분포로부터 대폭 이탈을 허용해 더 넓은 정책 공간을 탐색하며, 어려운 태스크에서 기존에 도달하지 못했던 솔루션 경로를 새로 발견한다. 이는 탐색-활용 트레이드오프의 전형적 양상이다. 낮은 β는 활용(exploitation) 중심, 높은 β는 탐색(exploration) 중심으로 작동하며, 태스크 난이도에 따라 β를 적응적으로 조절하는 스케줄링 전략이 유망할 것이다.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합성 추론 태스크(DAG 기반)에서 도출된 인사이트가 코드 생성, 수학 증명, 다단계 계획 수립 같은 실제 복잡 추론 도메인에 얼마나 일반화될 수 있는가?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합성 추론 태스크(DAG 기반)에서 도출된 인사이트가 코드 생성, 수학 증명, 다단계 계획 수립 같은 실제 복잡 추론 도메인에 얼마나 일반화될 수 있는가?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합성 DAG 기반 실험의 가장 큰 강점은 인과적 기여 분리가 가능하다는 통제성이고, 가장 큰 약점은 실제 추론의 복잡성을 축소한다는 점이다. 코드 생성은 비교적 전이 가능성이 높은데, 프로그램 실행이 DAG와 유사한 의존성 구조를 가지며 중간 단계 검증(컴파일, 테스트)이 가능하기 때문이다. 수학 증명 역시 형식적 검증 환경에서는 유사한 구조를 가진다. 반면 다단계 계획 수립이나 오픈엔디드 추론에서는 상태 공간이 조합적으로 폭발하고 보상 신호의 정의가 모호해 전이가 어려울 수 있다. "RL은 기존 표현을 재조합하지 새 원시 개념을 창조하지 않는다"와 "역량 경계에서 RL이 가장 효과적이다"라는 두 원칙은 태스크 구조에 무관하게 유효한 메타 원칙으로 보이며, 구체적 수치는 도메인별 재검증이 필요하다.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RL 효과의 두 조건: (i) 사전학습에서 과다 커버되지 않아 탐색 여지 존재 + (ii) RL 데이터가 모델의 "역량 경계(edge of competence)"에 조정 — 인-분포 태스크에서는 pass@128 향상 없음; 엣지 태스크에서 최대 +42%
▶  1% 임계값 발견: 새 컨텍스트에 사전학습 노출 0%면 RL 완전 실패, 1% 이상이면 강건한 교차-컨텍스트 일반화 — RL은 표현을 재조합할 뿐 새 원시 개념을 창조하지 않음
▶  미드-트레이닝 우위: 고정 컴퓨팅에서 미드-트레이닝+RL이 RL 단독보다 어려운 태스크 +10.8% — 지도 학습의 직접 감독이 RL 탐색보다 토큰 당 유효 그래디언트 신호 밀도가 높음</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On the Interplay of Pre-Training, Mid-Training, and RL on 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