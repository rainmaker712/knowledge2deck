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Efficient Reasoning with Balanced Thinking</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Yulin Li, Tengyao Tu, Li Ding, Junjie Wang, Huiling Zhen, Yixin Chen, Yong Li, Zhuotao Tian</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26-03-23</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https://arxiv.org/abs/2603.12372</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Efficient Reasoning with Balanced Thinking</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Large Reasoning Models (LRMs) have shown remarkable reasoning capabilities, yet they often suffer from overthinking, expending redundant computational steps on simple problems, or underthinking, failing to explore sufficient reasoning paths despite inherent capabilities. These issues lead to inefficiencies and potential inaccuracies, limiting practical deployment in resource-constrained settings. Existing methods to mitigate overthinking, such as suppressing reflective keywords or adjusting reasoning length, may inadvertently induce underthinking, compromising accuracy. Therefore, we propose ReBalance, a training-free framework that achieves efficient reasoning with balanced thinking. ReBalance leverages confidence as a continuous indicator of reasoning dynamics, identifying overthinking through high confidence variance and underthinking via consistent overconfidence. By aggregating hidden states from a small-scale dataset into reasoning mode prototypes, we compute a steering vector to guide LRMs' reasoning trajectories. A dynamic control function modulates this vector's strength and direction based on real-time confidence, pruning redundancy during overthinking, and promoting exploration during underthinking. Extensive experiments conducted on four models ranging from 0.5B to 32B, and across nine benchmarks in math reasoning, general question answering, and coding tasks demonstrate that ReBalance effectively reduces output redundancy while improving accuracy, offering a general, training-free, and plug-and-play strategy for efficient and robust LRM deployment.</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ReBalance uses confidence variance as the signal for overthinking and consistent overconfidence as the signal for underthinking. How is "confidence" operationally defined in this context — is it token-level probability, entropy over the vocabulary, or something else? How sensitive is the framework to the choice of confidence metric?</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ReBalance uses confidence variance as the signal for overthinking and consistent overconfidence as…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 this context, confidence is most likely operationalized as the model's probability assigned to the currently generated token or reasoning step — essentially the softmax probability of the argmax token, or a summary statistic of the output distribution entropy. High confidence variance (rapidly fluctuating certainty across steps) signals overthinking because it indicates the model is going back and forth between competing hypotheses without committing. Consistent overconfidence (persistently high probability for each step) signals underthinking because it suggests the model is generating text with little search or self-checking. The framework's sensitivity to the choice of confidence metric is an important limitation: token-level probability can be misleading when vocabulary distributions are highly skewed, and entropy is more robust but more expensive to compute. The paper likely demonstrates robustness through its experiments across four models, but the exact metric choice is worth scrutinizing.</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reasoning mode prototypes are aggregated from hidden states on a small-scale dataset. How is this dataset selected, and how much does the choice of calibration data affect the quality of the steering vectors? Is there a risk of prototype drift when the steering vectors are applied to inputs far from the calibration distribution?</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reasoning mode prototypes are aggregated from hidden states on a small-scale dataset. How is th…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calibration dataset selection is a key design choice — it needs to be diverse enough to capture representative reasoning modes across different difficulty levels and task types, but small enough to keep the prototype aggregation tractable. Typically this would involve a balanced mix of easy, medium, and hard problems across the target task types. Prototype drift is a real risk: if the test-time inputs come from a domain substantially different from the calibration data (e.g., using math-calibrated prototypes on coding tasks), the steering vector may point in a direction that is not semantically aligned with the current task's reasoning dynamics. The paper partially mitigates this by evaluating across diverse benchmarks, but domain-specific calibration would likely be needed for production deployments on specialized tasks.</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claims ReBalance is training-free and plug-and-play. What are the computational overheads introduced by the dynamic control function and steering vector computation at inference time, and are these overheads acceptable in latency-sensitive deployment settings?</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claims ReBalance is training-free and plug-and-play. What are the computational overheads…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computational overhead comes from two sources: (1) hidden state aggregation to compare against prototypes (a dot product or cosine similarity computation at each step), and (2) the steering vector intervention itself (adding a vector to the residual stream at one or more layers). Both are constant-time per step and are typically much cheaper than the attention computation — the prototype lookup is O(d) per step where d is the hidden dimension, and the steering intervention is also O(d). For latency-sensitive deployments, the overhead depends on the frequency of intervention: if the dynamic control function intervenes at every decoding step, it adds a small but constant overhead. If it only intervenes when confidence falls outside a threshold, the average overhead can be very low. The paper's "plug-and-play" characterization is reasonable for most deployment settings, but very low-latency edge inference might still require profiling.</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Existing approaches to reduce overthinking (suppressing reflective keywords, adjusting reasoning length) are said to induce underthinking. What does this asymmetry reveal about the underlying mechanism of overthinking — is it a superficial stylistic behavior or a deeper feature of how LRMs allocate reasoning budget?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Existing approaches to reduce overthinking (suppressing reflective keywords, adjusting reasoning le…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asymmetry — where suppressing reflective keywords induces underthinking — reveals that overthinking is not simply a stylistic behavior that can be removed by surface-level token suppression. The model's tendency to generate extensive self-reflection is coupled to its internal uncertainty representation: removing the surface markers of reflection while leaving the underlying confidence dynamics unchanged causes the model to proceed through reasoning steps with unchecked uncertainty, resulting in underthinking (moving through the problem too quickly without sufficient exploration). This suggests that overthinking is a feature of the model's *uncertainty resolution process*, not just a surface stylistic habit — the model is generating extra steps because its internal confidence is not converging, and suppressing the output form of that process doesn't address the underlying cause.</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dynamic control function modulates the steering vector's strength and direction in real-time. What are the failure modes of this approach — for example, could the framework misclassify a genuinely complex problem as an overthinking case and prematurely terminate useful reasoning chains?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dynamic control function modulates the steering vector's strength and direction in real-time. 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primary failure mode is misclassifying problem difficulty — steering toward efficient reasoning (pruning) when the problem actually requires extensive reasoning. If the model initially generates confident steps on a genuinely hard problem (before it encounters the difficult part), the dynamic control function might prematurely engage the overthinking-pruning mode and terminate reasoning before the hard part is reached. Similarly, a problem that appears to have high confidence variance early (triggering anti-overthinking) might not actually be overthinking — the variance might reflect genuine multi-step reasoning with alternating certainty. The failure mode risk is proportional to how well the local confidence trajectory predicts global difficulty, which the paper validates empirically but which may fail on out-of-distribution problems.</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ReBalance is evaluated on models from 0.5B to 32B parameters. How do the characteristics of overthinking and underthinking change across this scale range? Are larger models more prone to one failure mode than the other, and does the optimal steering vector strength differ by model scale?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ReBalance is evaluated on models from 0.5B to 32B parameters. How do the characteristics of overthi…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Smaller models (0.5B-3B) are likely more prone to underthinking because their limited capacity means they have systematically lower quality intermediate reasoning steps — they may generate overconfident but incorrect steps because they lack the capacity for genuine uncertainty. Larger models (14B-32B) are more prone to overthinking because they have more capacity for self-reflection and are trained on reasoning data that encourages extensive self-checking. The optimal steering vector strength likely scales with model size: larger models need less intervention to achieve balanced thinking because they already have stronger self-regulation capabilities, while smaller models may need stronger steering to compensate for their limited internal reasoning dynamics. The paper's multi-scale evaluation (0.5B to 32B) directly tests this and would show whether the framework requires scale-dependent calibration.</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addresses both overthinking and underthinking as dual failure modes. Could the same confidence-based framework be extended to detect a third failure mode — incorrect early commitment (high confidence but wrong), which is distinct from both over- and underthinking? What changes would be needed to the steering mechanism to address this?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addresses both overthinking and underthinking as dual failure modes. Could the same confi…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Incorrect early commitment (high confidence, wrong answer) is a genuine and distinct failure mode — the model is certain but incorrect, without the variance signal of overthinking or the overconfidence-at-every-step pattern of underthinking. Detecting this would require an external correctness signal that the confidence-based framework does not have — confidence measures certainty, not accuracy. To extend the framework, one would need to incorporate a process reward model or a light consistency check (e.g., generating multiple parallel short reasoning chains and checking if they converge to the same answer). If they diverge while individual steps are confident, that divergence could serve as a signal of incorrect early commitment. The steering mechanism would then need a "backtrack" mode that not only promotes exploration (as for underthinking) but specifically steers toward hypothesis revision — a qualitatively different intervention than the current framework provides.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Large Reasoning Models (LRMs) have shown remarkable reasoning capabilities, yet they often suffer from overthinking, expending redundant computational steps on simple problems, or underthinking, failing to explore sufficient reasoning paths despite inherent capabilities. These issues lead to ineffi…</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Efficient Reasoning with Balanced Thinking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