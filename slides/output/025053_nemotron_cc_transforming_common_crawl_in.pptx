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Nemotron-CC: Transforming Common Crawl into a Refined Long-Horizon Pretraining Dataset</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Dan Su, Kezhi Kong, Ying Lin, Joseph Jennings, Brandon Norick, Markus Kliegl, Mostofa Patwary, Mohammad Shoeybi, Bryan Catanzaro</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02-50-53</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https://arxiv.org/abs/2412.02595</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Nemotron-CC: Transforming Common Crawl into a Refined Long-Horizon Pr…</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Recent English Common Crawl datasets like FineWeb-Edu and DCLM achieved significant benchmark gains via aggressive model-based filtering, but at the cost of removing 90% of data. This limits their suitability for long token horizon training, such as 15T tokens for Llama 3.1. In this paper, we show how to achieve better trade-offs between accuracy and data quantity by a combination of classifier ensembling, synthetic data rephrasing, and reduced reliance on heuristic filters. When training 8B parameter models for 1T tokens, using a high-quality subset of our data improves MMLU by 5.6 over DCLM, demonstrating the efficacy of our methods for boosting accuracies over a relatively short token horizon. Furthermore, our full 6.3T token dataset matches DCLM on MMLU, but contains four times more unique real tokens than DCLM. This unlocks state-of-the-art training over a long token horizon: an 8B parameter model trained for 15T tokens, of which 7.2T came from our dataset, is better than the Llama 3.1 8B model: +5 on MMLU, +3.1 on ARC-Challenge, and +0.5 on average across ten diverse tasks. The dataset is available at this https URL.</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FineWeb-Edu나 DCLM 같은 기존 데이터셋은 공격적인 필터링으로 데이터의 90%를 제거하여 장기 학습(예: 15T 토큰)에 한계가 있었습니다.</a:t>
            </a:r>
          </a:p>
          <a:p>
            <a:pPr algn="l">
              <a:spcBef>
                <a:spcPts val="600"/>
              </a:spcBef>
            </a:pPr>
            <a:r>
              <a:rPr sz="2000" b="0">
                <a:solidFill>
                  <a:srgbClr val="FFFFFF"/>
                </a:solidFill>
                <a:latin typeface="Arial"/>
              </a:rPr>
              <a:t>▶  이 논문은 분류기 앙상블, 합성 데이터 재구성, 휴리스틱 필터 축소를 통해 정확도와 데이터 양의 균형을 맞춘 Nemotron-CC 데이터셋을 제안합니다.</a:t>
            </a:r>
          </a:p>
          <a:p>
            <a:pPr algn="l">
              <a:spcBef>
                <a:spcPts val="600"/>
              </a:spcBef>
            </a:pPr>
            <a:r>
              <a:rPr sz="2000" b="0">
                <a:solidFill>
                  <a:srgbClr val="FFFFFF"/>
                </a:solidFill>
                <a:latin typeface="Arial"/>
              </a:rPr>
              <a:t>▶  성능: 1T 토큰 학습 시 DCLM 대비 MMLU 5.6점 향상.</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규모: 전체 6.3T 토큰 데이터셋은 DCLM과 동급의 성능을 내면서도 4배 더 많은 고유 토큰을 보유.</a:t>
            </a:r>
          </a:p>
          <a:p>
            <a:pPr algn="l">
              <a:spcBef>
                <a:spcPts val="600"/>
              </a:spcBef>
            </a:pPr>
            <a:r>
              <a:rPr sz="2000" b="0">
                <a:solidFill>
                  <a:srgbClr val="FFFFFF"/>
                </a:solidFill>
                <a:latin typeface="Arial"/>
              </a:rPr>
              <a:t>▶  결과: 15T 토큰 학습 시 Llama 3.1 8B 모델보다 우수한 성능(MMLU +5점)을 달성.</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FineWeb-Edu and DCLM remove 90% of Common Crawl data through aggressive model-based filtering. What are the trade-offs between high data quality (via aggressive filtering) and data diversity (via retaining more data), and at what training token horizon does this trade-off become critical?</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FineWeb-Edu and DCLM remove 90% of Common Crawl data through aggressive model-based filtering. What…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Aggressive model-based filtering (removing 90% of data) maximizes quality per token but severely constrains the total unique data volume, which becomes a hard ceiling for long-horizon training. At short training horizons (1T tokens), quality dominates: a small amount of high-quality data produces better models than a large amount of noisy data. But at long horizons (15T tokens), the filtered dataset may have insufficient unique content to fill the training budget without excessive repetition, which reduces the marginal value of each token and can cause overfitting to the filtered distribution. The critical threshold appears around the point where repeated epochs on the filtered data would be required — beyond this, the diversity penalty of aggressive filtering begins to outweigh its quality benefit.</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Nemotron-CC combines classifier ensembling with synthetic data rephrasing. Why is an ensemble of classifiers more effective than a single high-quality classifier for data filtering, and what types of data quality signals does each classifier in the ensemble likely capture?</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Nemotron-CC combines classifier ensembling with synthetic data rephrasing. Why is an ensemble of cl…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An ensemble of classifiers is more effective because individual classifiers each capture different signals of quality and have uncorrelated errors — a document that fools one classifier's notion of "quality" is less likely to fool multiple classifiers tuned for different dimensions. Different classifiers in the ensemble likely specialize on distinct content properties: one might score educational value, another factual density, a third prose fluency, and a fourth technical specificity. Their combination produces a more robust quality signal than any single classifier, filtering out both obvious noise and subtler quality failures that single-model approaches miss. The ensemble also provides soft scores that allow more nuanced ranking rather than hard binary filtering, enabling better data quantity-quality trade-offs.</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shows that the high-quality subset achieves +5.6 MMLU over DCLM at 1T tokens, while the full 6.3T dataset only matches DCLM at the same token count. What does this imply about the relationship between data quality, data quantity, and training efficiency at different compute budgets?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shows that the high-quality subset achieves +5.6 MMLU over DCLM at 1T tokens, while the f…</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This comparison reveals that at a fixed training budget (1T tokens), data quality has a multiplicative effect: the high-quality subset learns more per token than the full dataset (MMLU +5.6 over DCLM). But at longer horizons, quality advantage saturates and data diversity becomes the binding constraint — the full 6.3T dataset can only match DCLM at 1T tokens because noisier data dilutes the signal. This implies that an optimal data strategy should adapt to the training budget: spend compute budget early on the highest-quality subset, then transition to the larger (noisier) dataset as the high-quality data is exhausted. This is exactly the kind of staged data curriculum that compute-optimal training theory would suggest.</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Having 4x more unique real tokens than DCLM is positioned as a key advantage for long-horizon training. What specific risks arise when training on repeated or semantically similar tokens beyond a certain threshold, and how does data diversity relate to the scaling laws for compute-optimal training?</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Having 4x more unique real tokens than DCLM is positioned as a key advantage for long-horizon train…</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Training on repeated tokens causes the loss gradient to carry increasingly less new signal, as the model has already partially optimized for those examples. Beyond a threshold of repetition, the model effectively overfits to the repeated content's distributional patterns, degrading generalization. From a scaling law perspective, repeated tokens are worth less than unique tokens: the Chinchilla formula assumes each token provides independent information, so repeating tokens inflates the nominal D while the effective D (unique information) grows more slowly. Data diversity maps directly to the effective token budget: 4x more unique tokens than DCLM means Nemotron-CC can sustain a 4x longer training run before hitting the diminishing-returns wall of repetition.</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Synthetic data rephrasing is used as part of the pipeline rather than pure filtering. How does rephrasing change the distribution of the original web data, and what risks does this introduce in terms of model collapse or distribution shift compared to natural text?</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Synthetic data rephrasing is used as part of the pipeline rather than pure filtering. How does reph…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Synthetic rephrasing changes the surface distribution of web text (vocabulary, sentence structure, stylistic register) while attempting to preserve the underlying factual and conceptual content. The risk of model collapse exists if the rephrasing model systematically transforms text toward its own generation distribution, creating a feedback loop where the pre-training data increasingly resembles the rephrasing model's output style rather than natural human writing. This can cause the downstream model to inherit the rephrasing model's biases, errors, or stylistic preferences in subtle ways. Compared to natural text, rephrased data also has less authentic linguistic diversity (no dialect variation, non-native speaker patterns, or spontaneous text style), which may affect the model's robustness to varied natural language inputs.</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final model outperforms Llama 3.1 8B across multiple benchmarks despite being trained on partially overlapping data. How should we interpret benchmark improvements when the evaluation sets themselves may overlap with Common Crawl-derived training data?</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final model outperforms Llama 3.1 8B across multiple benchmarks despite being trained on partia…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Benchmark contamination is a genuine concern when training data is derived from Common Crawl, which likely contains benchmark questions and their solutions from various web sources. Improvements on MMLU, ARC-Challenge, and similar benchmarks could reflect better memorization of benchmark-adjacent content rather than genuine capability gains. A principled comparison would require controlling for contamination by either evaluating on tasks with no web presence during the training period, or using contamination detection tools to estimate the overlap between training data and evaluation sets. The paper's claim of "+5 on MMLU" should be interpreted cautiously — even partial overlap between the rephrased Common Crawl content and benchmark questions could inflate these numbers relative to what would be observed on truly held-out evaluations.</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paper reduces reliance on "heuristic filters." What are the limitations of heuristic-based data filtering compared to model-based approaches, and are there categories of content where heuristic filters outperform model-based classifiers even at scale?</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paper reduces reliance on "heuristic filters." What are the limitations of heuristic-based data…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Heuristic filters are limited by their fixed rules: they cannot adapt to novel types of low-quality content not anticipated by their designers, and they may systematically remove high-quality content that shares surface features with noise (e.g., removing short text that happens to be high-quality aphorisms). Model-based classifiers generalize better across content types by learning abstract quality representations. However, heuristics reliably outperform model-based approaches in several scenarios: for detecting clearly malformed or adversarial content (HTML tag soup, encoding artifacts) where pattern matching is more reliable than learned representations; for detecting personally identifiable information or private data where exact-match rules are more legally defensible; and for domain-specific exclusion lists (adult content, known spam domains) where the heuristic is a direct encoding of policy rather than an approximation learned from training data.</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FineWeb-Edu나 DCLM 같은 기존 데이터셋은 공격적인 필터링으로 데이터의 90%를 제거하여 장기 학습(예: 15T 토큰)에 한계가 있었습니다.
▶  이 논문은 분류기 앙상블, 합성 데이터 재구성, 휴리스틱 필터 축소를 통해 정확도와 데이터 양의 균형을 맞춘 Nemotron-CC 데이터셋을 제안합니다.
▶  성능: 1T 토큰 학습 시 DCLM 대비 MMLU 5.6점 향상.</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Nemotron-CC: Transforming Common Crawl into a Refined Long-…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