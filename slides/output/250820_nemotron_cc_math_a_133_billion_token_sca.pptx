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Nemotron-CC-Math: A 133 Billion-Token-Scale High Quality Math Pretraining Dataset</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Rabeeh Karimi Mahabadi, Sanjeev Satheesh, Shrimai Prabhumoye, Mostofa Patwary, Mohammad Shoeybi, Bryan Catanzaro</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25-08-20</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https://arxiv.org/abs/2508.15096</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Nemotron-CC-Math: A 133 Billion-Token-Scale High Quality Math Pretrai…</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Pretraining large language models (LLMs) on high-quality, structured data such as mathematics and code substantially enhances reasoning capabilities. However, existing math-focused datasets built from Common Crawl suffer from degraded quality due to brittle extraction heuristics, lossy HTML-to-text conversion, and the failure to reliably preserve mathematical structure. In this work, we introduce Nemotron-CC-Math, a large-scale, high-quality mathematical corpus constructed from Common Crawl using a novel, domain-agnostic pipeline specifically designed for robust scientific text extraction. Unlike previous efforts, our pipeline recovers math across various formats (e.g., MathJax, KaTeX, MathML) by leveraging layout-aware rendering with lynx and a targeted LLM-based cleaning stage. This approach preserves the structural integrity of equations and code blocks while removing boilerplate, standardizing notation into LaTeX representation, and correcting inconsistencies. We collected a large, high-quality math corpus, namely Nemotron-CC-Math-3+ (133B tokens) and Nemotron-CC-Math-4+ (52B tokens). Notably, Nemotron-CC-Math-4+ not only surpasses all prior open math datasets-including MegaMath, FineMath, and OpenWebMath-but also contains 5.5 times more tokens than FineMath-4+, which was previously the highest-quality math pretraining dataset. When used to pretrain a Nemotron-T 8B model, our corpus yields +4.8 to +12.6 gains on MATH and +4.6 to +14.3 gains on MBPP+ over strong baselines, while also improving general-domain performance on MMLU and MMLU-Stem. We present the first pipeline to reliably extract scientific content--including math--from noisy web-scale data, yielding measurable gains in math, code, and general reasoning, and setting a new state of the art among open math pretraining corpora. To support open-source efforts, we release our code and datasets.</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00534" y="4162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7395825" y="24428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415586" y="13476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63632" y="192151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188404" y="3055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212087" y="13388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469951" y="18133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33904" y="35273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39622" y="6188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1353" y="19575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identifies "brittle extraction heuristics" and "lossy HTML-to-text conversion" as key failure modes in prior math datasets from Common Crawl. What specific types of mathematical content are most damaged by these failures, and why is structural integrity (e.g., equation formatting) so important for math reasoning tasks?</a:t>
            </a:r>
          </a:p>
        </p:txBody>
      </p:sp>
      <p:sp>
        <p:nvSpPr>
          <p:cNvPr id="15" name="Parallelogram 14"/>
          <p:cNvSpPr/>
          <p:nvPr/>
        </p:nvSpPr>
        <p:spPr>
          <a:xfrm>
            <a:off x="2504710" y="962373"/>
            <a:ext cx="698047" cy="698047"/>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82230" y="3448014"/>
            <a:ext cx="710018" cy="710018"/>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5867607" y="6269731"/>
            <a:ext cx="588268" cy="588268"/>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26881" y="6158038"/>
            <a:ext cx="694296" cy="69429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066318" y="5833601"/>
            <a:ext cx="435809" cy="435809"/>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203073" y="127018"/>
            <a:ext cx="564987" cy="56498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11374940" y="6118972"/>
            <a:ext cx="468272" cy="468272"/>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76172" y="375186"/>
            <a:ext cx="300658" cy="30065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5480673" y="276669"/>
            <a:ext cx="716309" cy="716309"/>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identifies "brittle extraction heuristics" and "lossy HTML-to-text conversion" as key fai…</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mathematical content most damaged by brittle extraction heuristics and lossy HTML-to-text conversion includes: inline equations embedded mid-sentence (where loss of the equation fragment renders the surrounding text incomprehensible); multi-line aligned equation environments (which lose their alignment structure and merge into single lines); matrices and tabular mathematical notation (where conversion collapses rows and destroys positional relationships); and chemical formulas or special symbols that are rendered as images in the original HTML and thus dropped entirely by text-only extractors. Structural integrity matters for math reasoning because models learn mathematical reasoning by pattern-matching over well-formed notation — a model trained on "x = \frac{a+b}" will learn fractions correctly, but one trained on "x = a+b" from a corrupted extraction will learn the wrong relationship. Damaged math notation creates "noise with authority" — the surrounding text signals that mathematical content is present but the extracted notation teaches the model incorrect symbolic patterns.</a:t>
            </a:r>
          </a:p>
        </p:txBody>
      </p:sp>
      <p:sp>
        <p:nvSpPr>
          <p:cNvPr id="7" name="Oval 6"/>
          <p:cNvSpPr/>
          <p:nvPr/>
        </p:nvSpPr>
        <p:spPr>
          <a:xfrm>
            <a:off x="841289" y="55037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374997" y="87308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98058" y="449884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457295" y="56994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60834" y="143081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pipeline uses "layout-aware rendering with lynx" to recover math from MathJax, KaTeX, and MathML formats. What are the trade-offs between rendering-based extraction and direct HTML parsing approaches, and under what conditions might rendering-based extraction fail or introduce its own artifacts?</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pipeline uses "layout-aware rendering with lynx" to recover math from MathJax, KaTeX, and MathM…</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Layout-aware rendering with lynx processes the page as a browser would — executing JavaScript and CSS layout before extraction — which means MathJax, KaTeX, and MathML formulas are fully rendered before the text is extracted, capturing the typeset output. Direct HTML parsing skips rendering and extracts from DOM structure, which is faster but misses dynamically rendered math. The trade-off is speed vs. completeness: rendering-based extraction is significantly slower (requires simulating browser behavior) and can fail when JavaScript rendering is incomplete, timeouts occur, or when math is rendered as SVG or canvas images rather than text. Rendering-based extraction may also introduce artifacts by capturing visual representation artifacts (e.g., spurious whitespace or character substitutions from the rendering engine) that would not appear in direct structural parsing.</a:t>
            </a:r>
          </a:p>
        </p:txBody>
      </p:sp>
      <p:sp>
        <p:nvSpPr>
          <p:cNvPr id="7" name="Oval 6"/>
          <p:cNvSpPr/>
          <p:nvPr/>
        </p:nvSpPr>
        <p:spPr>
          <a:xfrm>
            <a:off x="1004547" y="36482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Nemotron-CC-Math-4+ contains 5.5x more tokens than FineMath-4+ while surpassing it in quality. How is it possible to have significantly more tokens at higher quality — does this suggest FineMath-4+'s filtering was overly aggressive, or that the extraction pipeline itself recovers content that was previously discarded?</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Nemotron-CC-Math-4+ contains 5.5x more tokens than FineMath-4+ while surpassing it in quality. How…</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5.5x token volume at higher quality likely reflects both factors: FineMath-4+'s filtering was likely overly conservative (rejecting borderline-quality pages that contained high-quality math fragments alongside low-quality text), AND the Nemotron-CC-Math pipeline recovers content that was previously inaccessible due to format conversion failures. The pipeline's math-specific extraction recovers equations that prior pipelines discarded as garbled characters, effectively "unlocking" content that existed in the crawl but was treated as noise. This is a different source of volume increase than simply loosening quality thresholds — it is recovered signal rather than accepted noise.</a:t>
            </a:r>
          </a:p>
        </p:txBody>
      </p:sp>
      <p:sp>
        <p:nvSpPr>
          <p:cNvPr id="7" name="Oval 6"/>
          <p:cNvSpPr/>
          <p:nvPr/>
        </p:nvSpPr>
        <p:spPr>
          <a:xfrm>
            <a:off x="4610790" y="1016369"/>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corpus improves not just math (MATH +12.6) and code (MBPP+ +14.3) but also general reasoning (MMLU). What does this cross-domain improvement tell us about the relationship between mathematical text quality and general language understanding in pre-training?</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corpus improves not just math (MATH +12.6) and code (MBPP+ +14.3) but also general reasoning (M…</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cross-domain improvement on MMLU from a math-specific corpus indicates that high-quality mathematical text is not only relevant for math-specific capabilities but also increases the overall precision and density of reasoning-relevant training signal. Mathematical text on the web tends to appear in contexts of higher average text quality (academic papers, educational content, technical documentation) that co-occur with rigorous language use, careful argument structure, and factual precision — all of which benefit general language understanding. Additionally, improving mathematical reasoning indirectly improves logical inference patterns that transfer to non-mathematical domains evaluated by MMLU. This supports the broader hypothesis that domain-specific high-quality data acts as a quality anchor that elevates general model capabilities beyond its nominal domain.</a:t>
            </a:r>
          </a:p>
        </p:txBody>
      </p:sp>
      <p:sp>
        <p:nvSpPr>
          <p:cNvPr id="7" name="Oval 6"/>
          <p:cNvSpPr/>
          <p:nvPr/>
        </p:nvSpPr>
        <p:spPr>
          <a:xfrm>
            <a:off x="4924984" y="15427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standardizes mathematical notation into LaTeX representation. What are the potential risks of normalization — could standardizing notation remove stylistic diversity that might help models handle non-LaTeX math notation at inference time?</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standardizes mathematical notation into LaTeX representation. What are the potential risk…</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Normalizing all mathematical notation into LaTeX creates a risk of reducing diversity in how mathematical expressions are presented, potentially making models less robust to non-LaTeX notation at inference time. Users may input math in plain text (e.g., "x^2 + 2x + 1"), Unicode math symbols, MathML in web contexts, or informal notation ("x squared plus 2x plus 1"), and a model trained exclusively on LaTeX-normalized math may fail to parse these variants. However, the benefit of normalization likely outweighs this risk because: (a) LaTeX is the most expressive and unambiguous mathematical notation; (b) models trained on clean, consistent notation learn the mathematical structure more reliably; and (c) inference-time robustness to notation variations can be separately addressed through instruction-tuning or test-time normalization preprocessing.</a:t>
            </a:r>
          </a:p>
        </p:txBody>
      </p:sp>
      <p:sp>
        <p:nvSpPr>
          <p:cNvPr id="7" name="Oval 6"/>
          <p:cNvSpPr/>
          <p:nvPr/>
        </p:nvSpPr>
        <p:spPr>
          <a:xfrm>
            <a:off x="10139045" y="12006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pipeline is described as "domain-agnostic" despite being applied to mathematical content. How would you expect its performance to generalize to other structured scientific domains (e.g., chemistry with molecular formulas, physics with equations), and what modifications might be needed?</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pipeline is described as "domain-agnostic" despite being applied to mathematical content. How w…</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pipeline's domain-agnostic architecture (layout-aware rendering + LLM-based cleaning + LaTeX normalization) would generalize reasonably well to chemistry (SMILES notation, molecular formulas, reaction equations) and physics (equations, Greek symbols, unit notation), because the core challenges — format-aware rendering and symbol preservation — apply across all STEM domains. The main modifications needed would be: domain-specific rendering support for chemistry-specific notation systems like SMILES; domain-specific LLM cleaning prompts that understand valid chemistry/physics notation vs. artifacts; and normalization targets beyond LaTeX (chemistry has its own canonical notation standards). The pipeline's current limitation is that its LLM cleaning stage is likely trained or prompted with math-specific examples, and a physics equation containing unusual notation might be incorrectly "cleaned" by a cleaning model that only understands mathematical conventions.</a:t>
            </a:r>
          </a:p>
        </p:txBody>
      </p:sp>
      <p:sp>
        <p:nvSpPr>
          <p:cNvPr id="7" name="Oval 6"/>
          <p:cNvSpPr/>
          <p:nvPr/>
        </p:nvSpPr>
        <p:spPr>
          <a:xfrm>
            <a:off x="979244" y="2570509"/>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With 133B tokens in the 3+ tier and 52B in the higher-quality 4+ tier, what guidance does the paper offer on when to use each tier, and how should practitioners decide the optimal mixing ratio of domain-specific high-quality math data with general web text for a given model size and compute budget?</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With 133B tokens in the 3+ tier and 52B in the higher-quality 4+ tier, what guidance does the paper…</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paper's experimental results implicitly suggest: use Nemotron-CC-Math-4+ (52B tokens, highest quality tier) for math-capability-focused training where every token must contribute maximally, and consider adding Nemotron-CC-Math-3+ (133B tokens) when scaling total pre-training token budgets beyond what the 4+ tier can provide. For mixing ratio with general web text, the benchmark improvements (+4.8 to +12.6 on MATH) were achieved with an 8B model, suggesting that at this scale the math corpus provides significant uplift without catastrophic forgetting of general capabilities — indicating the mixing ratios used were conservative enough. Practitioners should generally tune the math corpus fraction based on downstream task requirements: for general-purpose models, mixing at ~5-15% math tokens is typical; for math-specialized models, fractions up to 30-50% may be appropriate, monitored by tracking MMLU degradation as a ceiling on general capability impact.</a:t>
            </a:r>
          </a:p>
        </p:txBody>
      </p:sp>
      <p:sp>
        <p:nvSpPr>
          <p:cNvPr id="7" name="Oval 6"/>
          <p:cNvSpPr/>
          <p:nvPr/>
        </p:nvSpPr>
        <p:spPr>
          <a:xfrm>
            <a:off x="174124" y="197432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Pentagon 1"/>
          <p:cNvSpPr/>
          <p:nvPr/>
        </p:nvSpPr>
        <p:spPr>
          <a:xfrm>
            <a:off x="4783784" y="873860"/>
            <a:ext cx="276942" cy="276942"/>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903296" y="220743"/>
            <a:ext cx="456033" cy="456033"/>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636872" y="265207"/>
            <a:ext cx="379113" cy="379113"/>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611110" y="4577622"/>
            <a:ext cx="669330" cy="669330"/>
          </a:xfrm>
          <a:prstGeom prst="parallelogram">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56064" y="755001"/>
            <a:ext cx="685853" cy="685853"/>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30537" y="6523345"/>
            <a:ext cx="334654" cy="334654"/>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618920" y="2181194"/>
            <a:ext cx="570031" cy="57003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0070" y="122609"/>
            <a:ext cx="353367" cy="353367"/>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Pretraining large language models (LLMs) on high-quality, structured data such as mathematics and code substantially enhances reasoning capabilities. However, existing math-focused datasets built from Common Crawl suffer from degraded quality due to brittle extraction heuristics, lossy HTML-to-text…</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Nemotron-CC-Math: A 133 Billion-Token-Scale High Quality 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