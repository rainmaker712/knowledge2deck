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LongCat-Next: Lexicalizing Modalities as Discrete Tokens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Meituan LongCat Team (Bin Xiao, Chao Wang, Chengjiang Li, Chi Zhang, et al., 88인)</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26-03-29</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https://arxiv.org/abs/2603.27538</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LongCat-Next: Lexicalizing Modalities as Discrete Tokens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DiNA(Discrete Native Autoregression)로 텍스트·비전·오디오를 단일 이산 토큰 공간으로 통합, 전문화 모델에 버금가는 성능을 단일 자기회귀 프레임워크로 달성하며 이산 시각 모델링의 성능 한계를 산업 규모에서 정면 극복.</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["Semantic completeness" 원칙과 SAE+RVQ 이중 경로]: 이산 표현이 이해(discriminative)와 생성(generative) 양쪽을 동시에 지원해야 한다는 설계 원칙. QwenViT 기반 SAE가 고수준 의미를 추출하고, RVQ가 잔차를 계층적으로 양자화하여 저수준 픽셀 정보를 보완. Chameleon·TokenFlow 등 선행 연구가 명시하지 않은 "이해-생성 동시 지원" 요건을 정식화.</a:t>
            </a:r>
          </a:p>
          <a:p>
            <a:pPr algn="l">
              <a:spcBef>
                <a:spcPts val="600"/>
              </a:spcBef>
            </a:pPr>
            <a:r>
              <a:rPr sz="2000" b="0">
                <a:solidFill>
                  <a:srgbClr val="FFFFFF"/>
                </a:solidFill>
                <a:latin typeface="Arial"/>
              </a:rPr>
              <a:t>▶  [이산 단일 모델의 세 모달리티 전문가 수준 성능]: MathVista 83.1(전문화 모델 초과), GenEval 84.44(Flux-dev와 경쟁적 수준), LibriSpeech 1.63 WER을 68.5B/3B MoE 단일 모델로 달성. MMLU 83.95는 절대 최고치(Qwen3-Omni-A3B 87.10 등)보다 낮지만 멀티모달 통합 대비 텍스트 성능 저하가 없다는 "multimodal tax 부재"의 방향성 근거. 이산 시각 토큰화가 성능 한계라는 기존 회의론을 산업 규모 실증으로 반박.</a:t>
            </a:r>
          </a:p>
          <a:p>
            <a:pPr algn="l">
              <a:spcBef>
                <a:spcPts val="600"/>
              </a:spcBef>
            </a:pPr>
            <a:r>
              <a:rPr sz="2000" b="0">
                <a:solidFill>
                  <a:srgbClr val="FFFFFF"/>
                </a:solidFill>
                <a:latin typeface="Arial"/>
              </a:rPr>
              <a:t>▶  [모달리티 무관 MoE 라우팅과 "multimodal tax" 부재]: 라우터가 토큰의 모달리티 레이블 없이 임베딩만으로 전문가를 선택. MMLU 83.95 유지는 MoE의 희소 활성화가 새 모달리티 토큰 분포를 흡수하면서 기존 텍스트 전문가를 보존함을 시사. 이질적 토큰 분포 유입 시 MoE 라우팅 간섭 메커니즘의 실증적 참조.</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["pre-buffer" 의미 일관성 학습으로 이산-연속 간극 해소]: 사전학습(5B)과 파인튜닝(4B) 사이에 의미 일관성 학습 단계를 삽입하여 이산 토큰의 자기회귀적 오류 누적 방지. 9B 토큰 규모 ablation에서 이산 vs 연속 성능 간극을 유의미하게 축소. 더 큰 스케일(50B+)에서의 확장성은 미검증.</a:t>
            </a:r>
          </a:p>
          <a:p>
            <a:pPr algn="l">
              <a:spcBef>
                <a:spcPts val="600"/>
              </a:spcBef>
            </a:pPr>
            <a:r>
              <a:rPr sz="2000" b="0">
                <a:solidFill>
                  <a:srgbClr val="FFFFFF"/>
                </a:solidFill>
                <a:latin typeface="Arial"/>
              </a:rPr>
              <a:t>▶  [KD 연결 — MoE 이질 분포 흡수 및 어휘 설계]: 한국어 토큰을 기존 영어 중심 MoE에 추가할 때 발생하는 전문가 라우팅 간섭 문제와 구조적으로 유사. LongCat-Next의 "모달리티 무관 라우팅 + 분포 간섭 없음" 결과는 새 토큰 타입 추가 시 MoE 전문가 분리가 자연스럽게 일어날 수 있다는 간접 근거. "Semantic completeness" 정보 손실 임계값 프레임워크는 한국어 어휘 확장의 최적 토큰 단위(SuperBPE 수준) 설계에 이론적 참조 제공.</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LongCat-Next의 MoE 백본에서 이질적 이산 토큰 타입(시각/오디오/텍스트)이 유입될 때, 전문가 라우팅 패턴은 모달리티별로 특화되는가, 아니면 범모달적으로 공유되는가? "multimodal tax" 부재의 실제 메커니즘은 무엇인가?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LongCat-Next의 MoE 백본에서 이질적 이산 토큰 타입(시각/오디오/텍스트)이 유입될 때, 전문가 라우팅 패턴은 모달리티별로 특화되는가, 아니면 범모달적으로 공유되는가?…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LongCat-Next는 68.5B 전체 파라미터 중 3B만 활성화하는 MoE 구조를 채택하면서 "모달리티 무관 라우팅(modality-agnostic routing)"을 명시적으로 설계했다. 이는 라우터가 토큰의 모달리티 레이블을 입력으로 받지 않고, 오직 토큰의 임베딩 표현만으로 전문가를 선택한다는 의미다. 이 설계의 핵심 논리는 모든 모달리티가 동일한 이산 토큰 공간으로 "어휘화(lexicalize)"되었기 때문에, 라우터 관점에서 시각 토큰과 텍스트 토큰 사이에 본질적 구분이 없다는 것이다. multimodal tax 부재의 메커니즘은 두 가지로 추론할 수 있다. 첫째, MoE의 희소 활성화 구조 자체가 용량 간섭을 완화한다 — 새 모달리티의 토큰이 유입되면 기존에 덜 활용되던 전문가들이 자연스럽게 활성화되어 새로운 분포를 흡수하고, 텍스트에 이미 특화된 전문가들의 활성화 패턴은 보존된다. 둘째, MMLU 83.95라는 수치가 텍스트 전용 모델 대비 실질적 성능 하락이 없음을 실증하는데, 이는 3B 활성화 파라미터가 단일 모달리티 처리에 충분하면서도 68.5B 전체 용량이 멀티모달 확장의 여유를 제공하기 때문이다. 다만 논문이 전문가별 모달리티 활성화 비율이나 라우팅 엔트로피 분석을 명시적으로 제시하지 않아, 실제로 "모달리티별 암묵적 특화"가 일어나는지 "진정한 범모달 공유"가 일어나는지는 전문 확인이 필요하다.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"Semantic completeness" 원칙이 정보 손실의 허용 임계값을 어떻게 정량적으로 정의하며, 이 임계값은 모달리티와 태스크 유형에 따라 어떻게 달라지는가?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"Semantic completeness" 원칙이 정보 손실의 허용 임계값을 어떻게 정량적으로 정의하며, 이 임계값은 모달리티와 태스크 유형에 따라 어떻게 달라지는가?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Semantic completeness는 이산 표현이 이해(understanding)와 생성(generation) 양쪽을 동시에 지원해야 한다는 설계 원칙으로, 논문은 이를 정량적 임계값보다는 아키텍처적 해법으로 구현한다. 구체적으로, SAE(의미 인코더)가 고수준 의미를 추출하고 RVQ가 잔차를 계층적으로 복원하는 이중 경로 구조 자체가 "의미적 완전성"의 구현체다. SAE 단독으로는 재구성에 불충분한 저수준 정보가 손실되지만, RVQ의 다중 코드북이 이 잔차를 순차적으로 보완하여 생성 품질을 확보한다. 정보 손실 임계값의 모달리티별 차이는 ablation 결과에서 간접적으로 확인된다 — 시각의 경우 이산 토큰만으로 GenEval 84.44(Flux-dev 수준)에 도달하지만 최종 픽셀 품질은 flow-matching 디코더의 정제를 필요로 하며, 오디오의 경우 12.5Hz 이산화율에서 LibriSpeech 1.63 WER을 달성한다. 이는 모달리티마다 "충분한" 이산화 해상도가 다름을 시사한다. 태스크별로는 OCR(86.5)이나 수학적 추론(MathVista 83.1)처럼 정밀한 공간 정보를 요구하는 태스크가 더 높은 RVQ 깊이를 필요로 할 것으로 추론되나, 논문은 RVQ 레벨별 태스크 성능 분해를 제시하지 않아 이 추론은 전문 확인이 필요하다.</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랜덤 초기화 ViT가 사전학습 ViT보다 재구성에서 우수하다는 반직관적 발견의 메커니즘은 무엇이며, 이해(understanding) 태스크에서의 트레이드오프는 어떻게 관리되는가?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랜덤 초기화 ViT가 사전학습 ViT보다 재구성에서 우수하다는 반직관적 발견의 메커니즘은 무엇이며, 이해(understanding) 태스크에서의 트레이드오프는 어떻게 관리되는가?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랜덤 초기화 ViT가 사전학습 ViT보다 재구성에서 우수하다는 발견은 논문의 가장 반직관적인 기여 중 하나다. 제시된 메커니즘은 잔차 아키텍처의 정보 경로에 있다 — 사전학습된 ViT는 이미 고수준 의미 표현에 최적화되어 있어 내부 표현이 저수준 시각 신호(텍스처, 정밀 공간 구조)를 적극적으로 압축·폐기하는 반면, 랜덤 초기화 ViT는 잔차 연결(skip connection)을 통해 입력의 저수준 신호가 비교적 온전하게 후속 레이어로 전달된다. RVQ가 이 저수준 잔차를 양자화할 때, 원본 신호에 가까운 정보가 보존되어 있을수록 재구성 충실도가 높아진다. 그러나 이해 태스크에서의 트레이드오프가 핵심 문제인데, 논문은 이를 SAE(의미 인코더)와 RVQ의 분리로 해결한다 — 이해 경로는 QwenViT 기반 사전학습된 SAE가 담당하고, 재구성 경로는 랜덤 초기화 ViT + RVQ가 담당하여 각 경로가 독립적으로 최적화된다. MathVista 83.1, OCRBench 86.5 등의 이해 벤치마크 성능이 이 분리 전략의 유효성을 입증한다. 다만 이 발견이 분포 외 도메인(의료 영상, 위성 이미지 등)에서도 유지되는지는 검증되지 않았으며, 이는 향후 연구 과제로 남는다.</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Tau2-Telecom 에이전트에서 4.39 → 62.06의 14배 향상이 보고되는데, 이 기준선의 정체와 평가 프로토콜의 표준성에 대해 얼마나 신뢰할 수 있는가?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Tau2-Telecom 에이전트에서 4.39 → 62.06의 14배 향상이 보고되는데, 이 기준선의 정체와 평가 프로토콜의 표준성에 대해 얼마나 신뢰할 수 있는가?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Tau2-Telecom 에이전트 결과의 4.39 → 62.06 향상은 인상적이나, 해석에 주의가 필요하다. 기준선 4.39는 Qwen3-Omni를 텔레콤 에이전트 태스크에 직접 적용한 성능으로, 이 극단적 격차는 텔레콤 도메인의 전문 용어·프로토콜·워크플로우가 범용 모델의 사전학습 분포에서 극히 희소하기 때문일 가능성이 높다. LongCat-Next가 68.5B MoE 백본에 도메인 특화 파인튜닝을 적용했을 때 이 격차가 극적으로 줄어드는 것은, 모델 용량과 도메인 데이터의 결합 효과로 설명된다. 그러나 표준화된 에이전트 평가 프로토콜(AgentBench, SWE-bench 등)이 아닌 Tau2-Telecom이라는 상대적으로 덜 알려진 벤치마크의 결과이므로, 재현성과 범용 에이전트 능력으로의 일반화에는 신중한 접근이 필요하다. 14배라는 배수 자체도 기준선이 매우 낮기 때문에 절대 점수(62.06)의 의미를 별도로 평가해야 하며, 다른 도메인 특화 에이전트 벤치마크에서의 교차 검증이 이 주장의 신뢰성을 높이는 데 필수적이다.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RVQ 코드북의 계층 구조가 SAE 의미 인코더의 출력과 어떻게 상호작용하며, 각 양자화 레벨은 어떤 수준의 시각 정보를 담당하는가?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RVQ 코드북의 계층 구조가 SAE 의미 인코더의 출력과 어떻게 상호작용하며, 각 양자화 레벨은 어떤 수준의 시각 정보를 담당하는가?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dNaViT에서 SAE(의미 인코더)와 RVQ(잔차 벡터 양자화)의 상호작용은 계층적 정보 분해의 형태를 띤다. SAE는 QwenViT를 기반으로 입력 이미지에서 고수준 의미 표현을 추출하며, 이 표현은 이해 태스크(분류, VQA, OCR 등)에 직접 활용된다. RVQ는 SAE가 포착하지 못한 잔차 — 즉 의미 인코딩 후 남은 시각 정보 — 를 다중 코드북으로 순차 양자화한다. 일반적인 RVQ 구조에서, 첫 번째 레벨은 가장 큰 잔차(전역 구조, 객체 배치, 주요 색상 분포)를 인코딩하고, 후속 레벨은 점진적으로 더 세밀한 세부사항(텍스처, 경계 선명도, 고주파 디테일)을 인코딩한다. SAE가 이미 의미적 핵심을 추출한 후의 잔차이므로, RVQ의 첫 레벨이 인코딩하는 것은 순수한 객체 수준 의미보다는 "의미와 픽셀 사이의 간극" — 공간적 정밀도, 세부 형태, 질감 등 — 일 가능성이 높다. 이 계층적 분해가 효과적이라는 증거는 GenEval 84.44의 생성 품질인데, 이는 RVQ의 다중 레벨이 flow-matching 디코더와 결합하여 Flux-dev 수준의 시각적 충실도를 복원할 수 있음을 보여준다. 다만 논문이 각 RVQ 레벨을 제거했을 때의 재구성/이해 성능 변화를 체계적으로 분석하지 않아, 레벨별 정보 역할에 대한 위 설명은 RVQ 일반 이론에 기반한 추론임을 밝힌다.</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"pre-buffer" 의미 일관성 학습이 이산-연속 성능 간극을 해소하는 핵심 메커니즘은 무엇이며, 이 해법은 토큰 예산 스케일링에서도 유효한가?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"pre-buffer" 의미 일관성 학습이 이산-연속 성능 간극을 해소하는 핵심 메커니즘은 무엇이며, 이 해법은 토큰 예산 스케일링에서도 유효한가?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"pre-buffer" 의미 일관성 학습은 이산 토큰 시퀀스 생성 시, 실제 출력 토큰을 생성하기 전에 의미적 맥락을 사전 구성하는 메커니즘으로 추정된다. 핵심 문제는 이산 토큰 기반 생성에서 초기 토큰의 오류가 자기회귀적으로 누적되어 의미적 일관성이 붕괴되는 것인데, pre-buffer는 일종의 "의미적 계획 단계"를 삽입하여 생성 시작 전에 전체적인 의미 방향을 정렬한다. 5B 사전학습 + 4B 파인튜닝 토큰이라는 학습 예산에서 이 메커니즘이 이해-생성 간극을 해소했다는 ablation 결과가 보고되며, 이는 이산 표현의 고유한 한계(양자화 오류의 누적)를 학습 전략으로 보완할 수 있음을 시사한다. 더 큰 토큰 예산(50B+)에서의 확장성은 두 가지 시나리오가 가능하다. 낙관적 시나리오에서는 더 많은 학습 데이터가 코드북 활용률을 높이고 잔차 양자화의 정밀도를 개선하여 이산-연속 간극이 더 줄어든다. 비관적 시나리오에서는 이산 양자화의 정보 이론적 상한이 존재하여, 특정 스케일 이후 연속 표현 대비 수렴하지 못하는 영역이 드러난다. 현재 9B 토큰 규모의 실험만으로는 이 질문에 확정적 답을 내릴 수 없으며, 이는 논문이 명시한 한계("학습 다이나믹스 관리 필요")와도 직접 연결된다.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병렬(텍스트+오디오 동시) vs 직렬(텍스트 먼저) 음성 생성 전략이 단일 자기회귀 프레임워크 내에서 어떻게 공존하며, 각 전략의 품질-지연시간 트레이드오프는 무엇인가?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병렬(텍스트+오디오 동시) vs 직렬(텍스트 먼저) 음성 생성 전략이 단일 자기회귀 프레임워크 내에서 어떻게 공존하며, 각 전략의 품질-지연시간 트레이드오프는 무엇인가?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병렬과 직렬 음성 생성 전략의 공존은 단일 자기회귀 프레임워크의 유연성을 보여주는 설계다. 직렬 전략(텍스트 먼저 → 오디오)에서는 모델이 먼저 텍스트 토큰 시퀀스를 완성한 뒤, 그 텍스트를 조건으로 오디오 토큰을 생성한다. 이는 텍스트의 의미적 완결성이 보장된 상태에서 음성을 합성하므로, 내용 정확도와 음성 자연스러움 모두에서 높은 품질을 기대할 수 있으나, 전체 텍스트 생성이 완료될 때까지 음성 출력이 시작되지 않아 지연시간이 길다. 병렬 전략(텍스트+오디오 동시)에서는 텍스트와 오디오 토큰이 인터리브(interleave) 방식으로 동시 생성되어 실시간에 가까운 음성 출력이 가능하지만, 아직 생성되지 않은 후속 텍스트의 의미를 고려할 수 없으므로 prosody(운율)나 강세 배치에서 차선의 결과가 나올 수 있다. SeedTTS 벤치마크에서 중국어 1.90 WER, 영어 1.89 WER이라는 결과가 보고되나, 이것이 어떤 전략의 결과인지는 명확히 구분되어 있지 않다. 이 두 전략이 동일한 자기회귀 백본에서 학습 가능한 이유는 모든 모달리티가 동일한 이산 토큰 어휘로 통합되어 있기 때문이며, 시퀀스 내 토큰 배치 순서만 달리하면 별도의 아키텍처 수정 없이 두 전략을 구현할 수 있다.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["Semantic completeness" 원칙과 SAE+RVQ 이중 경로]: 이산 표현이 이해(discriminative)와 생성(generative) 양쪽을 동시에 지원해야 한다는 설계 원칙. QwenViT 기반 SAE가 고수준 의미를 추출하고, RVQ가 잔차를 계층적으로 양자화하여 저수준 픽셀 정보를 보완. Chameleon·TokenFlow 등 선행 연구가 명시하지 않은 "이해-생성 동시 지원" 요건을 정식화.
▶  [이산 단일 모델의 세 모달리티 전문가 수준 성능]: MathVista 83.1(전문화 모델 초과), GenEval 84.44(Flux-dev와 경쟁적 수준), LibriSpeech 1.63 WER을 68.5B/3B MoE 단일 모델로 달성. MMLU 83.95는 절대 최고치(Qwen3-Omni-A3B 87.10 등)보다 낮지만 멀티모달 통합 대비 텍스트 성능 저하가 없다는 "multimodal tax 부재"의 방향성 근거. 이산 시각 토큰화가 성능 한계라는 기존 회의론을 산업 규모 실증으로 반박.
▶  [모달리티 무관 MoE 라우팅과 "multimodal tax" 부재]: 라우터가 토큰의 모달리티 레이블 없이 임베딩만으로 전문가를 선택. MMLU 83.95 유지는 MoE의 희소 활성화가 새 모달리티 토큰 분포를 흡수하면서 기존 텍스트 전문가를 보존함을 시사. 이질적 토큰 분포 유입 시 MoE 라우팅 간섭 메커니즘의 실증적 참조.</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LongCat-Next: Lexicalizing Modalities as Discrete Tokens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