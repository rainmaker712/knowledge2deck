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Mid-Training of Large Language Models: A Survey</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Kaixiang Mo, Yuxin Shi, Weiwei Weng, Zhiqiang Zhou, Shuman Liu, Haibo Zhang, Anxiang Zeng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25-10-08</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https://arxiv.org/abs/2510.06826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Mid-Training of Large Language Models: A Survey</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This survey examines mid-training—the intermediate phase between pretraining and fine-tuning—as a distinct and structured discipline in LLM development. The authors define mid-training as multiple annealing-style phases that refine data quality, adapt optimization schedules, and extend context length. The work presents the first comprehensive taxonomy organizing mid-training approaches across three dimensions: data distribution, learning-rate scheduling, and long-context extension. It compiles benchmarks, practical guidance, and performance metrics while grounding the methodology in theory (gradient noise scale, information bottleneck, curriculum learning).</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Three-Dimensional Taxonomy: The paper organizes all mid-training techniques into three orthogonal axes — (1) Data Distribution (corpus curation, domain mixing, curriculum learning), (2) LR Scheduling (warmup, annealing, cyclic schedules tuned for continued training), and (3) Long-Context Extension (position interpolation, NTK-aware RoPE scaling). This is a clean mental model for thinking about the mid-training design space.</a:t>
            </a:r>
          </a:p>
          <a:p>
            <a:pPr algn="l">
              <a:spcBef>
                <a:spcPts val="600"/>
              </a:spcBef>
            </a:pPr>
            <a:r>
              <a:rPr sz="2000" b="0">
                <a:solidFill>
                  <a:srgbClr val="FFFFFF"/>
                </a:solidFill>
                <a:latin typeface="Arial"/>
              </a:rPr>
              <a:t>▶  Data Quality &gt; Quantity: During mid-training, curating high-quality, domain-relevant data matters far more than raw token count. Curriculum progression (easy → hard) and domain balance are critical to avoiding catastrophic forgetting.</a:t>
            </a:r>
          </a:p>
          <a:p>
            <a:pPr algn="l">
              <a:spcBef>
                <a:spcPts val="600"/>
              </a:spcBef>
            </a:pPr>
            <a:r>
              <a:rPr sz="2000" b="0">
                <a:solidFill>
                  <a:srgbClr val="FFFFFF"/>
                </a:solidFill>
                <a:latin typeface="Arial"/>
              </a:rPr>
              <a:t>▶  Conservative LRs: Learning rates during mid-training should be significantly lower than pretraining rates. Aggressive LRs destabilize existing knowledge; careful warmup + annealing is the standard recipe.</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Long-Context is Viable but Tricky: Context window extension via RoPE adjustments (position interpolation, NTK-aware scaling) works well but requires empirical validation before committing to a full training run. Don't assume it generalizes cleanly across architectures.</a:t>
            </a:r>
          </a:p>
          <a:p>
            <a:pPr algn="l">
              <a:spcBef>
                <a:spcPts val="600"/>
              </a:spcBef>
            </a:pPr>
            <a:r>
              <a:rPr sz="2000" b="0">
                <a:solidFill>
                  <a:srgbClr val="FFFFFF"/>
                </a:solidFill>
                <a:latin typeface="Arial"/>
              </a:rPr>
              <a:t>▶  Theoretical Grounding: The survey ties mid-training effectiveness to three mechanisms — gradient noise scale (explains training stability), information bottleneck (explains generalization gains), and curriculum learning (explains knowledge progression). Useful frame for understanding *why* it works, not just *how*.</a:t>
            </a:r>
          </a:p>
          <a:p>
            <a:pPr algn="l">
              <a:spcBef>
                <a:spcPts val="600"/>
              </a:spcBef>
            </a:pPr>
            <a:r>
              <a:rPr sz="2000" b="0">
                <a:solidFill>
                  <a:srgbClr val="FFFFFF"/>
                </a:solidFill>
                <a:latin typeface="Arial"/>
              </a:rPr>
              <a:t>▶  Real-World Validation: Phi, DeepSeek, Qwen, OLMo, and Llama all employ mid-training strategies — this is now standard practice for frontier models, not an edge case.</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survey defines mid-training as distinct from both pretraining and fine-tuning, characterized by "multiple annealing-style phases." What makes mid-training a conceptually distinct phase rather than simply continued pretraining or early-stage fine-tuning — and where exactly are the boundaries?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survey defines mid-training as distinct from both pretraining and fine-tuning, characterized by…</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Mid-training is conceptually distinct from continued pretraining because it involves explicit data curation and quality filtering (not just next-token prediction on raw web data), modified learning rate schedules designed for a model that has already converged from pretraining (rather than starting from random weights), and targeted capability additions like context extension or domain adaptation. It is distinct from fine-tuning because it still operates primarily on pretraining-style data at scale rather than task-specific supervised examples, and it maintains the model's general capabilities rather than narrowing them toward specific outputs. The lower boundary (from pretraining) is conceptually when the model transitions from learning general representations to targeted refinement of specific capabilities; the upper boundary (into fine-tuning) is when the data becomes task-specific and labeled rather than general and self-supervised.</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three-dimensional taxonomy (data distribution, LR scheduling, long-context extension) is presented as "orthogonal axes." How independent are these dimensions in practice — for example, does changing the data curriculum force adjustments to the learning rate schedule, or can each axis be tuned independently?</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three-dimensional taxonomy (data distribution, LR scheduling, long-context extension) is presen…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three axes are not fully independent in practice, despite being presented as orthogonal in taxonomy. Changing data curriculum forces LR schedule adjustments because different data types produce different gradient magnitudes — switching to high-quality or domain-specific data in mid-training often increases gradient noise, requiring a corresponding reduction in learning rate to maintain stability. Long-context extension similarly interacts with both data (training data must include long-context examples) and LR scheduling (position interpolation-induced distribution shift requires warmup phases). In practice, treating the axes as independent for initial design is useful as a conceptual framework, but optimal configurations require joint tuning, particularly for the data-LR interaction.</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survey emphasizes that data quality matters more than quantity during mid-training. Why would the quality-quantity trade-off shift between pretraining and mid-training — is this because the model has already absorbed general patterns and now needs targeted refinement?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survey emphasizes that data quality matters more than quantity during mid-training. Why would 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quality-quantity trade-off shifts between pretraining and mid-training because the model's learning regime fundamentally changes. During pretraining, the model is absorbing structure from near-zero knowledge — quantity matters because each new data point adds to an otherwise empty representation. During mid-training, the model has already internalized general language patterns; the marginal value of more generic tokens is low, while the marginal value of targeted, high-quality examples that align with or refine specific capabilities is high. This is because mid-training is effectively operating near the saturation point of general language modeling, where gradient signals from generic data are small (low information bottleneck reduction), while high-quality targeted data produces stronger gradient signals that efficiently update the model toward the desired capability without disrupting existing representations.</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recommendation for conservative learning rates during mid-training is grounded in "gradient noise scale." What does the gradient noise scale measure, and how does it explain why aggressive learning rates during mid-training cause catastrophic forgetting whereas the same rates are appropriate during pretraining?</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recommendation for conservative learning rates during mid-training is grounded in "gradient noi…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gradient noise scale measures the ratio of the gradient variance (noise) to the squared gradient magnitude (signal), providing a signal-to-noise ratio for the optimization process. High gradient noise scale means gradients are dominated by sampling variance and individual update steps are unreliable; low gradient noise scale means the gradient direction is consistent across mini-batches. During mid-training, the model's existing weights encode general knowledge with low-noise gradient directions (since those patterns are well-represented in pretraining data). Aggressive learning rates amplify these gradients and cause large parameter updates that disrupt the existing knowledge structure — effectively overwriting the stable pretraining representations with the more variable gradients from the mid-training distribution. During pretraining, the model starts random and all gradient signals are informative, so higher learning rates are beneficial for rapid learning rather than disruptive.</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Long-context extension via RoPE adjustments (position interpolation, NTK-aware scaling) is described as "viable but tricky." What specific failure modes occur when these methods are applied without sufficient empirical validation, and which architectural characteristics determine how cleanly they generalize?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Long-context extension via RoPE adjustments (position interpolation, NTK-aware scaling) is describe…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Specific failure modes of RoPE adjustments without empirical validation include: (a) position interpolation that compresses the positional encoding range can cause the model to conflate positions that were previously distinguishable, degrading performance on tasks requiring fine-grained positional discrimination even at short contexts; (b) NTK-aware scaling changes the frequency basis of rotary embeddings, and models with certain attention head specializations (e.g., heads specialized for syntactic parsing at specific distance ranges) can lose their learned specializations; (c) if the training data lacks sufficient long-context examples matching the target context length, the position encodings become extrapolation rather than interpolation, and the model may generate incoherent text for positions beyond what it was trained to handle despite the RoPE modification. Architectural characteristics that determine generalization: models with more uniform layer-wise positional sensitivity generalize better; models with deep learned positional biases in specific attention heads generalize worse.</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survey grounds mid-training effectiveness in three theoretical mechanisms: gradient noise scale, information bottleneck, and curriculum learning. How well does each of these theories actually predict empirical outcomes, and are there mid-training phenomena that fall outside their explanatory scope?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survey grounds mid-training effectiveness in three theoretical mechanisms: gradient noise scale…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three theoretical mechanisms have uneven empirical predictive power. Gradient noise scale is the most empirically reliable: the relationship between batch size, learning rate, and training stability is well-validated and directly predicts when learning rates will cause instability. Information bottleneck as applied to mid-training is more speculative — it provides a post-hoc explanatory narrative (the model compresses noisy representations and retains task-relevant ones) but its direct quantitative predictions about generalization improvement from specific data or LR choices are not well-validated. Curriculum learning has strong empirical support for its direction (easy-to-hard helps), but the optimal curriculum ordering and the optimal transition rate remain highly problem-specific. Mid-training phenomena falling outside their scope include: the sudden capability jumps (emergence-like behaviors) that sometimes occur during mid-training on specific datasets, which none of the three theories predict, and the sensitivity to random seed that affects which capabilities are reinforced versus forgotten.</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Given that mid-training is now standard practice across major frontier models, what open research questions remain in this space — for instance, are there principled ways to determine how much mid-training is needed for a given capability goal, or when mid-training should be preferred over more pretraining?</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Given that mid-training is now standard practice across major frontier models, what open research q…</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Key open research questions in mid-training include: (a) principled methods for determining the optimal mid-training budget — currently practitioners rely on empirical scaling experiments rather than principled predictors of how much capability gain to expect per additional token; (b) when to prefer mid-training over additional pretraining — if more tokens of general web data could achieve the same capability improvement as a targeted mid-training phase, the latter may not be worth the data curation cost; (c) the interaction between mid-training and post-training alignment — whether mid-training capabilities transfer cleanly through RLHF/RLAIF or whether alignment undoes some mid-training gains; and (d) multi-stage mid-training ordering — with multiple capability targets (context extension, domain adaptation, reasoning), the optimal order of mid-training phases and the risk of capability interference between sequential phases are poorly understood.</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Three-Dimensional Taxonomy: The paper organizes all mid-training techniques into three orthogonal axes — (1) Data Distribution (corpus curation, domain mixing, curriculum learning), (2) LR Scheduling (warmup, annealing, cyclic schedules tuned for continued training), and (3) Long-Context Extension (position interpolation, NTK-aware RoPE scaling). This is a clean mental model for thinking about the mid-training design space.
▶  Data Quality &gt; Quantity: During mid-training, curating high-quality, domain-relevant data matters far more than raw token count. Curriculum progression (easy → hard) and domain balance are critical to avoiding catastrophic forgetting.
▶  Conservative LRs: Learning rates during mid-training should be significantly lower than pretraining rates. Aggressive LRs destabilize existing knowledge; careful warmup + annealing is the standard recipe.</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Mid-Training of Large Language Models: A Survey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