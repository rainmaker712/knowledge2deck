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Tensor Programs V: Tuning Large Neural Networks via Zero-Shot Hyperparameter Transfer</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Greg Yang, Edward J. Hu, Igor Babuschkin, Szymon Sidor, Xiaodong Liu, David Farhi, Nick Ryder, Jakub Pachocki, Weizhu Chen, Jianfeng Gao</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24-12-10</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https://arxiv.org/abs/2203.03466</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Tensor Programs V: Tuning Large Neural Networks via Zero-Shot Hyperpa…</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Hyperparameter (HP) tuning in deep learning is an expensive process, prohibitively so for neural networks (NNs) with billions of parameters. We show that, in the recently discovered Maximal Update Parametrization (muP), many optimal HPs remain stable even as model size changes. This leads to a new HP tuning paradigm we call muTransfer: parametrize the target model in muP, tune the HP indirectly on a smaller model, and zero-shot transfer them to the full-sized model, i.e., without directly tuning the latter at all. We verify muTransfer on Transformer and ResNet. For example, 1) by transferring pretraining HPs from a model of 13M parameters, we outperform published numbers of BERT-large (350M parameters), with a total tuning cost equivalent to pretraining BERT-large once; 2) by transferring from 40M parameters, we outperform published numbers of the 6.7B GPT-3 model, with tuning cost only 7% of total pretraining cost. A Pytorch implementation of our technique can be found at this http URL and installable via `pip install mup`.</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00534" y="41628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7395825" y="24428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415586" y="134762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863632" y="192151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188404" y="3055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4212087" y="13388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469951" y="18133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33904" y="352739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539622" y="61884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31353" y="195753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muTransfer claims zero-shot HP transfer from small to large models via muP. What is the theoretical guarantee behind this claim, and under what conditions (e.g., architectural changes, optimizer type, data distribution) does the transfer break down?</a:t>
            </a:r>
          </a:p>
        </p:txBody>
      </p:sp>
      <p:sp>
        <p:nvSpPr>
          <p:cNvPr id="15" name="Parallelogram 14"/>
          <p:cNvSpPr/>
          <p:nvPr/>
        </p:nvSpPr>
        <p:spPr>
          <a:xfrm>
            <a:off x="2504710" y="962373"/>
            <a:ext cx="698047" cy="698047"/>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82230" y="3448014"/>
            <a:ext cx="710018" cy="710018"/>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5867607" y="6269731"/>
            <a:ext cx="588268" cy="588268"/>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726881" y="6158038"/>
            <a:ext cx="694296" cy="69429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066318" y="5833601"/>
            <a:ext cx="435809" cy="435809"/>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6203073" y="127018"/>
            <a:ext cx="564987" cy="56498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arallelogram 20"/>
          <p:cNvSpPr/>
          <p:nvPr/>
        </p:nvSpPr>
        <p:spPr>
          <a:xfrm>
            <a:off x="11374940" y="6118972"/>
            <a:ext cx="468272" cy="468272"/>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76172" y="375186"/>
            <a:ext cx="300658" cy="300658"/>
          </a:xfrm>
          <a:prstGeom prst="rect">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exagon 22"/>
          <p:cNvSpPr/>
          <p:nvPr/>
        </p:nvSpPr>
        <p:spPr>
          <a:xfrm>
            <a:off x="5480673" y="276669"/>
            <a:ext cx="716309" cy="716309"/>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muTransfer claims zero-shot HP transfer from small to large models via muP. What is the theoretical…</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theoretical guarantee behind muTransfer rests on the Maximal Update Parametrization (muP), derived from the Tensor Programs framework analyzing neural networks in the infinite-width limit. Under muP, weight updates are scaled such that feature learning is stable across width — each layer's activations and gradient norms remain O(1) as model size grows — meaning the loss landscape shape near the optimum is preserved across scales. Transfer breaks down when: (a) architectural components are not covered by muP theory; (b) the data distribution or sequence length changes significantly between proxy and target; (c) proxy and target depth differ substantially, since muP primarily addresses width scaling; or (d) the optimizer is changed between runs.</a:t>
            </a:r>
          </a:p>
        </p:txBody>
      </p:sp>
      <p:sp>
        <p:nvSpPr>
          <p:cNvPr id="7" name="Oval 6"/>
          <p:cNvSpPr/>
          <p:nvPr/>
        </p:nvSpPr>
        <p:spPr>
          <a:xfrm>
            <a:off x="841289" y="55037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374997" y="87308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98058" y="449884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5457295" y="56994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260834" y="143081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demonstrates HP transfer for learning rate. Which hyperparameters are theoretically justified to transfer under muP, and which are empirically transferred without a formal guarantee? What distinguishes these two categories?</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demonstrates HP transfer for learning rate. Which hyperparameters are theoretically justi…</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learning rate is the hyperparameter most rigorously justified for transfer under muP, theoretically proven to be invariant to width under muP scaling rules. The initialization scale (weight initialization variance) is also theoretically derived. In contrast, weight decay, dropout rate, batch size, and warmup length lack formal muP transfer guarantees and are only empirically observed to be roughly stable. If theory-justified HP transfer fails, it signals a genuine muP assumption violation (e.g., a poorly parameterized component), whereas empirically-transferred HPs may simply need manual adjustment at large scale.</a:t>
            </a:r>
          </a:p>
        </p:txBody>
      </p:sp>
      <p:sp>
        <p:nvSpPr>
          <p:cNvPr id="7" name="Oval 6"/>
          <p:cNvSpPr/>
          <p:nvPr/>
        </p:nvSpPr>
        <p:spPr>
          <a:xfrm>
            <a:off x="1004547" y="36482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muP modifies the initialization and learning rate scaling of specific weight matrices differently (e.g., input/output embeddings vs. hidden weights). Why do input and output layers require different treatment from hidden layers, and what pathology arises if they are all treated uniformly?</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muP modifies the initialization and learning rate scaling of specific weight matrices differently (…</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Under muP, input embedding and output (unembedding) weights use standard parametrization (SP) rather than muP hidden-layer scaling, because they serve as fixed-scale boundary layers. Hidden-weight matrices use muP scaling (learning rate proportional to 1/width) because they accumulate and transform features across the network. If all layers were treated uniformly with muP scaling, output logit magnitudes would diverge with width — the output weights multiply hidden states that grow in dimension — causing softmax saturation early in training and preventing effective learning of token probabilities.</a:t>
            </a:r>
          </a:p>
        </p:txBody>
      </p:sp>
      <p:sp>
        <p:nvSpPr>
          <p:cNvPr id="7" name="Oval 6"/>
          <p:cNvSpPr/>
          <p:nvPr/>
        </p:nvSpPr>
        <p:spPr>
          <a:xfrm>
            <a:off x="4610790" y="1016369"/>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GPT-3 6.7B experiment shows that transferring from a 40M parameter proxy reduces tuning cost to 7% of pretraining. What assumptions about training dynamics must hold for this cost reduction to be valid, and how do differences in dataset size between proxy and target affect the transfer?</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GPT-3 6.7B experiment shows that transferring from a 40M parameter proxy reduces tuning cost to…</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For the 7% tuning cost claim, several assumptions must hold: training dynamics must follow the same loss curve shape at both scales; the HP landscape must be unimodal in the relevant HP dimensions; and the proxy dataset must represent the full training distribution. Proxy models are typically trained for fewer tokens, missing data distribution tails, and HPs optimal for short training may not be optimal for long training (e.g., weight decay becomes more important at longer horizons). The paper mitigates this by tuning on a small data subset at proxy scale, assuming HP-data interactions are small, but this assumption is not always warranted.</a:t>
            </a:r>
          </a:p>
        </p:txBody>
      </p:sp>
      <p:sp>
        <p:nvSpPr>
          <p:cNvPr id="7" name="Oval 6"/>
          <p:cNvSpPr/>
          <p:nvPr/>
        </p:nvSpPr>
        <p:spPr>
          <a:xfrm>
            <a:off x="4924984" y="15427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verifies muTransfer on Transformers and ResNets. Are there architectural motifs (e.g., normalization layers, attention with different key/query dimensions, sparse architectures like MoE) where muP may not apply cleanly, and why?</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verifies muTransfer on Transformers and ResNets. Are there architectural motifs (e.g., no…</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MoE architectures present a clear case where muP does not apply cleanly: the gating mechanism introduces discrete routing decisions whose gradient flow is sparse and dependent on load-balancing auxiliary losses not analyzed in the Tensor Programs framework. Layer normalization also creates complications because its learned scale and shift parameters interact with muP-scaled activations in complex ways. Attention variants with separate key/query projection dimensions (e.g., multi-latent attention) or with non-linear position encodings inside the attention score computation may also violate the infinite-width analysis assumptions.</a:t>
            </a:r>
          </a:p>
        </p:txBody>
      </p:sp>
      <p:sp>
        <p:nvSpPr>
          <p:cNvPr id="7" name="Oval 6"/>
          <p:cNvSpPr/>
          <p:nvPr/>
        </p:nvSpPr>
        <p:spPr>
          <a:xfrm>
            <a:off x="10139045" y="12006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muP was developed under the infinite-width limit of neural networks. How does the finite-width nature of practical models create deviations from the theory, and at what model sizes do these finite-width corrections become non-negligible?</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muP was developed under the infinite-width limit of neural networks. How does the finite-width natu…</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muP theory is derived in the limit where width goes to infinity with fixed depth. For finite-width models, deviations appear through finite-width corrections scaling as O(1/sqrt(width)) or O(1/width). HP transfer begins to work reliably at widths of a few hundred hidden units and above; at small widths, proxy models are too narrow to represent the target's feature learning dynamics. For very large models (&gt;100B parameters), the concern shifts to finite-depth corrections and optimizer instability, which the theory does not fully address.</a:t>
            </a:r>
          </a:p>
        </p:txBody>
      </p:sp>
      <p:sp>
        <p:nvSpPr>
          <p:cNvPr id="7" name="Oval 6"/>
          <p:cNvSpPr/>
          <p:nvPr/>
        </p:nvSpPr>
        <p:spPr>
          <a:xfrm>
            <a:off x="979244" y="2570509"/>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Beyond learning rate, what does muTransfer imply about the broader problem of neural scaling laws — does stable HP transfer across scales challenge or support the view that larger models are qualitatively different from smaller ones?</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Beyond learning rate, what does muTransfer imply about the broader problem of neural scaling laws —…</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muTransfer's finding that optimal learning rates are stable across scales challenges the "larger models are qualitatively different" thesis — it implies the loss-landscape geometry relevant to optimizer behavior is self-similar across scales under muP. This supports neural scaling laws in that properly parametrized model families show smooth, predictable loss improvements rather than phase transitions. However, it does not address emergent capabilities: a model might have the same optimal learning rate as a smaller proxy yet develop qualitatively new behaviors (e.g., in-context learning) the proxy never exhibits. Thus muTransfer supports quantitative scaling law views while remaining neutral on qualitative emergence.</a:t>
            </a:r>
          </a:p>
        </p:txBody>
      </p:sp>
      <p:sp>
        <p:nvSpPr>
          <p:cNvPr id="7" name="Oval 6"/>
          <p:cNvSpPr/>
          <p:nvPr/>
        </p:nvSpPr>
        <p:spPr>
          <a:xfrm>
            <a:off x="174124" y="197432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Pentagon 1"/>
          <p:cNvSpPr/>
          <p:nvPr/>
        </p:nvSpPr>
        <p:spPr>
          <a:xfrm>
            <a:off x="4783784" y="873860"/>
            <a:ext cx="276942" cy="276942"/>
          </a:xfrm>
          <a:prstGeom prst="homePlat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903296" y="220743"/>
            <a:ext cx="456033" cy="456033"/>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636872" y="265207"/>
            <a:ext cx="379113" cy="379113"/>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611110" y="4577622"/>
            <a:ext cx="669330" cy="669330"/>
          </a:xfrm>
          <a:prstGeom prst="parallelogram">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56064" y="755001"/>
            <a:ext cx="685853" cy="685853"/>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30537" y="6523345"/>
            <a:ext cx="334654" cy="334654"/>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618920" y="2181194"/>
            <a:ext cx="570031" cy="57003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0070" y="122609"/>
            <a:ext cx="353367" cy="353367"/>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1" name="TextBox 10"/>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Hyperparameter (HP) tuning in deep learning is an expensive process, prohibitively so for neural networks (NNs) with billions of parameters. We show that, in the recently discovered Maximal Update Parametrization (muP), many optimal HPs remain stable even as model size changes. This leads to a new…</a:t>
            </a:r>
          </a:p>
        </p:txBody>
      </p:sp>
      <p:sp>
        <p:nvSpPr>
          <p:cNvPr id="12" name="Rectangle 11"/>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4" name="TextBox 23"/>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Tensor Programs V: Tuning Large Neural Networks via Zero-Sh…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