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u-μP: The Unit-Scaled Maximal Update Parametrization</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Charlie Blake, Constantin Eichenberg, Josef Dean, Lukas Balles, Luke Y. Prince, Björn Deiseroth, Andres Felipe Cruz-Salinas, Carlo Luschi, Samuel Weinbach, Douglas Orr</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25-05-10</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https://arxiv.org/abs/2407.17465</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u-μP: The Unit-Scaled Maximal Update Parametrization</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The Maximal Update Parametrization (μP) aims to make the optimal hyperparameters (HPs) of a model independent of its size, allowing them to be swept using a cheap proxy model rather than the full-size target model. We present a new scheme, u-μP, which improves upon μP by combining it with Unit Scaling, a method for designing models that makes them easy to train in low-precision. The two techniques have a natural affinity: μP ensures that the scale of activations is independent of model size, and Unit Scaling ensures that activations, weights and gradients begin training with a scale of one. This synthesis opens the door to a simpler scheme, whose default values are near-optimal. This in turn facilitates a more efficient sweeping strategy, with u-μP models reaching a loss that is equal to or lower than comparable μP models and working out-of-the-box in FP8.</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μP ensures that optimal hyperparameters remain stable across model sizes, while Unit Scaling ensures activations, weights, and gradients start at scale one. Why does combining these two properties lead to "near-optimal default values" — what problem does each solve independently that the other cannot?</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μP ensures that optimal hyperparameters remain stable across model sizes, while Unit Scaling ensure…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μP solves the width-dependence problem: without it, the optimal learning rate shifts as you widen the model because activation scales grow unboundedly, forcing practitioners to re-tune for every model size. Unit Scaling solves the initialization problem: even with μP, activations at non-unit scales make low-precision training fragile because small numerical errors become proportionally large relative to the signal. Combining them means the model starts with well-defined scales (unit scaling) and maintains those scales throughout training as width changes (μP), so the default learning rate of ~1.0 is near-optimal without any sweep — neither technique alone guarantees this because μP doesn't fix initialization magnitudes and unit scaling doesn't fix how scales evolve with depth or width.</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u-μP enables FP8 training "out-of-the-box." What specific numerical stability challenges does FP8 introduce that standard parametrizations (like NTK or standard PyTorch defaults) fail to handle, and how does unit scaling at initialization address them?</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u-μP enables FP8 training "out-of-the-box." What specific numerical stability challenges does FP8 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FP8 has a very limited dynamic range (roughly ±448 for E4M3), so activations or gradients that are even modestly larger than 1 will saturate and cause catastrophic precision loss. Standard parametrizations allow activation scales to grow with depth and width, frequently exceeding FP8's representable range. Unit scaling addresses this by ensuring all quantities start at scale ~1, keeping them within FP8's safe range from the first forward pass without requiring per-layer loss scaling or dynamic range calibration. The combination with μP ensures this scale-1 property is maintained as the model is widened, making FP8 training structurally reliable rather than requiring per-run tuning of scaling factors.</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hyperparameter transfer paradigm sweeps HPs on a small proxy model and transfers zero-shot to the full-size model. What types of hyperparameters transfer well under u-μP, and are there HP dimensions (e.g., dropout rates, weight decay schedules) that are unlikely to transfer even with correct parametrization?</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hyperparameter transfer paradigm sweeps HPs on a small proxy model and transfers zero-shot to 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Learning rate and momentum/beta parameters transfer well under u-μP because they govern optimization dynamics that are directly controlled by the parametrization. Architectural HPs like the number of layers, attention heads, or MLP expansion ratios also transfer well since μP theory handles width but depth scaling is separate. HPs that are unlikely to transfer reliably include dropout rates (which interact with model capacity in ways not captured by activation scaling), regularization strengths like weight decay (which depend on the absolute scale of weights, not just their relative scale), and learning rate schedules/warmup durations (which depend on the loss landscape curvature in ways that may change with depth-to-width ratios at large scale).</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μP changes the learning rate scaling from the standard 1/width to 1/width² for certain layers. Why does this specific scaling rule arise from the theory, and what happens to training dynamics if you apply the wrong scaling exponent?</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μP changes the learning rate scaling from the standard 1/width to 1/width² for certain layers. Why…</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1/width² learning rate scaling for embedding and output layers arises because those layers have inputs or outputs that scale differently from hidden layers — in the standard μP derivation, the forward pass contribution of a layer scales with its fan-in, so the gradient update must be scaled inversely to keep the effective update size constant. Applying the wrong exponent causes feature learning to either collapse (too small updates: the model effectively trains only the last layer) or explode (too large: activations grow unboundedly and the model fails to converge). The distinction between 1/width and 1/width² is practically significant: a factor of width difference between proxy and target model translates to orders-of-magnitude HP mismatch at typical scales.</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Unit Scaling initializes all components to scale one at the start of training. How does this interact with learning rate warmup schedules — is warmup still necessary under u-μP, and does the rationale for warmup change when initial scales are well-controlled?</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Unit Scaling initializes all components to scale one at the start of training. How does this intera…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Warmup is substantially less necessary under u-μP than under standard parametrization. The primary rationale for warmup is that large initial gradients from poorly scaled activations or weights can destabilize early training — unit scaling removes this problem by ensuring everything starts at scale 1. The paper's "near-optimal default values" claim implicitly includes not needing warmup for stability. However, warmup may still provide marginal benefits related to the learning rate schedule's interaction with the loss landscape curvature early in training, and it remains useful as a safety margin. The key change is that warmup transitions from a necessity (without it training diverges) to an optional regularizer.</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claims u-μP models reach "equal or lower loss" compared to comparable μP models. What confounds might exist in this comparison — for instance, does the benefit come from better HP transfer, better low-precision training, or a genuinely better optimization trajectory?</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claims u-μP models reach "equal or lower loss" compared to comparable μP models. What con…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comparison between u-μP and μP is potentially confounded by at least three factors: (1) better HP transfer — u-μP's near-optimal defaults mean the swept HP is closer to optimal, so the comparison may favor u-μP simply because the μP baseline used a suboptimal learning rate; (2) FP8 precision benefits — if u-μP experiments use FP8 while μP baselines use BF16, the reduced memory and compute allow longer training or larger batch sizes; (3) genuine optimization trajectory improvements from better initialization scaling that reduce loss even with identical HPs and precision. The paper's claim of "equal or lower loss" is most credible as an HP transfer benefit, but disentangling all three effects would require ablations holding FP8 usage and effective compute constant.</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practical limitations of the proxy-model sweep paradigm — specifically, in what architectural families or training regimes might the optimal HPs found at small scale fail to transfer accurately even under u-μP?</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practical limitations of the proxy-model sweep paradigm — specifically, in what archit…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proxy-sweep paradigm can fail when architectural properties that affect training dynamics change non-monotonically with scale. Mixture-of-Experts models are a key failure case: routing behavior and expert utilization change qualitatively as the number of experts grows, so HPs tuned on a small proxy with few experts may not transfer to a large MoE. Attention-dense vs. hybrid architectures (Mamba, linear attention) present similar challenges because the relative contribution of different components shifts with depth. Very deep networks may also violate the transfer assumption because depth-dependent phenomena like residual scale accumulation are not fully captured by μP's width-focused theory. Finally, data distribution shifts between proxy and target training (e.g., curriculum changes, different tokenizer vocabulary sizes) can invalidate HP transfer regardless of the parametrization.</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The Maximal Update Parametrization (μP) aims to make the optimal hyperparameters (HPs) of a model independent of its size, allowing them to be swept using a cheap proxy model rather than the full-size target model. We present a new scheme, u-μP, which improves upon μP by combining it with Unit Scal…</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u-μP: The Unit-Scaled Maximal Update Parametrization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