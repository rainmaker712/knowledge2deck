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mHC: Manifold-Constrained Hyper-Connections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Zhenda Xie, Yixuan Wei, Huanqi Cao, Chenggang Zhao, Chengqi Deng, Jiashi Li, Damai Dai, Huazuo Gao, Jiang Chang, Liang Zhao, Shangyan Zhou, Zhean Xu, Zhengyan Zhang, Wangding Zeng, Shengding Hu, Yuqing Wang, Jingyang Yuan, Lean Wang, Wenfeng Liang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26-01-04</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https://arxiv.org/abs/2512.23852</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mHC: Manifold-Constrained Hyper-Connections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Recently, studies exemplified by Hyper-Connections (HC) have extended the ubiquitous residual connection paradigm established over the past decade by expanding the residual stream width and diversifying connectivity patterns. While yielding substantial performance gains, this diversification fundamentally compromises the identity mapping property intrinsic to the residual connection, which causes severe training instability and restricted scalability, and additionally incurs notable memory access overhead. To address these challenges, we propose Manifold-Constrained Hyper-Connections (mHC), a general framework that projects the residual connection space of HC onto a specific manifold to restore the identity mapping property, while incorporating rigorous infrastructure optimization to ensure efficiency. Empirical experiments demonstrate that mHC is effective for training at scale, offering tangible performance improvements and superior scalability. We anticipate that mHC, as a flexible and practical extension of HC, will contribute to a deeper understanding of topological architecture design and suggest promising directions for the evolution of foundational models.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does expanding the residual stream width in Hyper-Connections (HC) inherently compromise the identity mapping property, and what specific training instabilities arise as a consequence?</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does expanding the residual stream width in Hyper-Connections (HC) inherently compromise the id…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 standard residual connections, the identity mapping property guarantees that at minimum, a layer can pass its input unchanged — this acts as a stable gradient highway during backpropagation. Hyper-Connections expand this by increasing the "width" of the residual stream and diversifying connectivity patterns between layers, which means the connections can no longer simply route the identity through the network without interference. As a consequence, the gradient flow is perturbed because different streams mix in non-trivial ways, leading to training instabilities such as loss spikes, divergence, or slow convergence, particularly at larger model scales where these perturbations compound across many layers.</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projecting the residual connection space onto a manifold restore the identity mapping property while still preserving the performance benefits of diversified connectivity patterns?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projecting the residual connection space onto a manifold restore the identity mapping prop…</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manifold constraint in mHC works by projecting the expanded residual connection space of HC onto a specific submanifold that includes the identity mapping — essentially requiring the learned connectivity to live on a constrained surface where identity-compatible transformations are always reachable. This restores a guaranteed path for information (and gradients) to flow unchanged through the network when beneficial, while still allowing off-identity transformations on the same manifold to capture the richer connectivity patterns that drove HC's performance gains. The key insight is that the manifold is chosen to include the identity as a special case, so the model retains the expressivity advantage of diversified connections while enforcing the stability guarantee as a structural invariant.</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is the relationship between the identity mapping property and the scalability of a model during training? Why would losing this property restrict how large the model can be trained?</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is the relationship between the identity mapping property and the scalability of a model durin…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identity mapping property underlies stable gradient propagation across many layers — without it, gradients can either explode or vanish as they traverse residual blocks, which directly limits how deep or wide a network can be trained reliably. At larger model scales, this instability compounds: each additional layer where the identity guarantee is absent adds another opportunity for gradient degradation, meaning the effective trainable depth is bounded by the stability of the connection structure. Restoring this property via manifold constraints allows gradients to propagate cleanly regardless of scale, which is why mHC is described as offering "superior scalability" compared to plain HC.</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mentions "notable memory access overhead" in HC. What structural choices in HC cause this overhead, and how does mHC's infrastructure optimization address it without sacrificing the richer connectivity?</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mentions "notable memory access overhead" in HC. What structural choices in HC cause this…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HC's expanded residual stream width requires reading and writing more distinct streams of activations, increasing memory bandwidth requirements — each of the diversified connections must be materialized and stored, leading to overhead relative to standard single-stream residual connections. mHC's infrastructure optimization likely involves carefully structuring the manifold projection to be computed efficiently (e.g., using low-rank or structured parametrizations) so that the projection does not itself add significant memory footprint, and potentially fusing operations to reduce the number of separate memory reads/writes. The goal is to make the richer connectivity representable in a form that is no more expensive to store and access than a properly optimized standard residual connection.</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would you compare mHC's approach to topological architecture design against other architectural innovations like attention mechanisms or gating functions in terms of what problem each is solving in the information flow of deep networks?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would you compare mHC's approach to topological architecture design against other architectural…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Attention mechanisms address the problem of dynamically routing which parts of the input are relevant to each output position — they govern *what* information is combined. Gating functions (as in LSTMs or highway networks) control *how much* information passes or is blocked at each step. mHC, by contrast, addresses the problem of *how* streams of information are structurally connected across layers — it governs the topology of the residual graph itself rather than the content of any single transformation. Where attention and gating are parametric and input-dependent, mHC's manifold constraint is a structural-geometric constraint on the architecture's wiring, making it complementary rather than competitive with these other mechanisms.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limitations of constraining connections to a specific manifold - are there expressivity trade-offs, and under what training regimes or model scales might those trade-offs become significant?</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limitations of constraining connections to a specific manifold - are there expressivit…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Constraining connections to a specific manifold does impose an expressivity trade-off: any connectivity pattern that is not representable within that manifold is excluded, so the model cannot learn arbitrary mixing strategies that might be beneficial on some tasks. For most well-behaved training regimes at standard scales, this restriction is unlikely to be binding since the identity-containing manifold is a rich enough surface. However, at very large scales or on tasks that benefit from highly non-standard inter-layer information routing (e.g., architectures deliberately designed to break layer-local processing), the manifold constraint could become a limiting factor, and the authors acknowledge this implicitly by framing mHC as a framework whose manifold choice can be tuned.</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authors frame mHC as contributing to "topological architecture design." What future architectural directions does this framing suggest, and how might manifold constraints be generalized beyond residual connections to other components of a transformer?</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authors frame mHC as contributing to "topological architecture design." What future architectur…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topological framing suggests that the architecture of a deep network can be viewed as a graph or topological space, and that structural constraints — like requiring connections to lie on a manifold — are a principled way to encode inductive biases about information flow. Future directions could include applying manifold constraints to attention head connectivity (restricting how query-key-value interactions are wired), to MoE routing graphs (constraining which expert combinations are accessible), or to cross-layer attention patterns. More broadly, this framing invites using tools from algebraic topology and differential geometry to characterize and design the space of achievable architectures, potentially identifying manifolds that guarantee other desirable properties beyond gradient stability, such as equivariance or bounded expressivity growth.</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Recently, studies exemplified by Hyper-Connections (HC) have extended the ubiquitous residual connection paradigm established over the past decade by expanding the residual stream width and diversifying connectivity patterns. While yielding substantial performance gains, this diversification fundam…</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mHC: Manifold-Constrained Hyper-Connections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