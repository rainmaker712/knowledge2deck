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Task-Adaptive Pretrained Language Models via Clustered-Importance Sampling</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David Grangier, Simin Fan, Skyler Seto, Pierre Ablin</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26-03-27</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https://arxiv.org/abs/2410.03735</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Task-Adaptive Pretrained Language Models via Clustered-Importance Sam…</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Specialist language models (LMs) focus on a specific task or domain on which they often outperform generalist LMs of the same size. However, the specialist data needed to pretrain these models is only available in limited amount for most tasks. In this work, we build specialist models from large generalist training sets instead. We propose a novel method, ClusteRed Importance SamPling (CRISP). CRISP clusters the generalist dataset and samples from these clusters based on their frequencies in the smaller specialist dataset. It is scalable, suitable for both pretraining and continued pretraining, and works well in multi-task settings. CRISP performs favorably compared to other methods that adjust the training distribution of the generalist data with guidance from the limited domain-specific data. Our findings demonstrate improvements across different domains in terms of language modeling perplexity and accuracy on multiple-choice question tasks. We also present ablation studies that examine the impact of dataset sizes, clustering configurations, and model sizes.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CRISP clusters the generalist dataset and samples from clusters based on their frequency in the specialist dataset. Why is cluster-frequency-based sampling more effective than directly upsampling the specialist data or using importance weights at the individual document level?</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CRISP clusters the generalist dataset and samples from clusters based on their frequency in the spe…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Cluster-frequency-based sampling is more effective than direct specialist upsampling because it leverages the full generalist dataset rather than being limited by the specialist data size. When you directly upsample specialist data, you are constrained to the volume and diversity of specialist examples available — for rare domains this means many repetitions of the same examples, leading to overfitting. Individual document-level importance weighting is more granular but computationally expensive (requires computing importance scores for every document in the generalist dataset relative to the specialist distribution) and noisy (individual document relevance estimates are high-variance). CRISP's cluster-based approach offers a middle ground: it identifies which topical or stylistic clusters in the generalist data are disproportionately represented in the specialist data, then upsamples those entire clusters — effectively sourcing a large volume of domain-adjacent data from the generalist corpus to supplement the scarce specialist examples without the overfitting risk of repeating specialist data.</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method is described as "scalable" and suitable for "both pretraining and continued pretraining." What makes importance sampling approaches for domain adaptation computationally challenging at scale, and how does the clustering step in CRISP specifically address the scalability bottleneck?</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method is described as "scalable" and suitable for "both pretraining and continued pretraining.…</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Standard importance sampling for domain adaptation is computationally challenging at scale because it requires computing a relevance score for every document in the generalist dataset relative to the specialist distribution — this can involve running a scoring model over billions of documents, or computing pairwise similarities between each generalist document and the specialist corpus, both of which scale poorly. CRISP's clustering step addresses this bottleneck by reducing the problem from O(N_generalist) individual importance estimates to O(K_clusters) importance estimates (where K &lt;&lt; N). Once documents are assigned to clusters (a one-time preprocessing step), the only online computation needed is sampling from K clusters according to their weights, which is O(K) and trivially scalable. The clustering is done offline and amortized over the full pretraining run.</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CRISP works in "multi-task settings" where the model must adapt to multiple specialist domains simultaneously. How does the cluster sampling strategy handle potentially conflicting domain signals — for instance, if a cluster is highly relevant for domain A but harmful for domain B?</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CRISP works in "multi-task settings" where the model must adapt to multiple specialist domains simu…</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In multi-task settings, CRISP handles potentially conflicting domain signals by computing per-task cluster frequency distributions and constructing a combined sampling distribution that attempts to satisfy all domain objectives simultaneously. If a cluster is highly relevant for domain A but potentially harmful for domain B (e.g., it contains content in domain A's vocabulary that misleads domain B's task), the combined sampling weight for that cluster would be a function of its weights across all target tasks — in practice, clusters that are beneficial for some tasks but harmful for others will receive intermediate weights that represent a compromise. The paper's approach does not explicitly suppress harmful cluster content; rather, it relies on the assumption that cluster-level granularity is coarse enough that most clusters are either generically useful or neutrally irrelevant rather than actively harmful for specific tasks.</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compares CRISP to "other methods that adjust the training distribution of the generalist data with guidance from limited domain-specific data." What are the alternative approaches, and what theoretical or empirical property makes cluster-based importance sampling superior to them?</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compares CRISP to "other methods that adjust the training distribution of the generalist…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main alternative approaches to distribution adjustment with limited domain-specific guidance include: (a) DSIR (Data Selection via Importance Resampling), which computes n-gram-based importance weights at the document level — effective but noisier than cluster-based estimates; (b) direct domain data mixing with heuristic ratios (e.g., manually set specialist/generalist data ratios); and (c) embedding-based nearest-neighbor retrieval from the generalist corpus using the specialist data as queries. CRISP's empirical advantage over these comes from combining the scalability of cluster-level aggregation (fewer estimates to compute, lower variance per estimate) with the semantic coherence of clustering (similar documents are grouped, ensuring that the sampling increases a coherent topical region of the generalist distribution rather than a scattered set of individual documents). The clustering step provides implicit smoothing of the frequency estimates that reduces the variance of importance weights compared to document-level approaches.</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CRISP uses "word-level" clustering of the generalist dataset. At what level of granularity (token, sentence, document, or cluster) should the importance weights be computed, and how does the choice of granularity affect the quality of domain adaptation versus computational cost?</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CRISP uses "word-level" clustering of the generalist dataset. At what level of granularity (token,…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granularity of importance weighting involves a quality-cost trade-off across the levels. Token-level weighting is too fine-grained — individual tokens have no meaningful domain relevance in isolation and the variance of estimates is very high. Sentence or paragraph-level weighting is more meaningful semantically but computationally expensive for billion-document corpora. Document-level weighting is computationally feasible but can be noisy for long, topically diverse documents. Cluster-level weighting (CRISP's approach) is the most computationally efficient and smoothest in terms of estimate variance, but it loses fine-grained within-cluster relevance variation — some documents in a "relevant" cluster may be less useful than others. In practice, cluster granularity is the best operating point for large-scale pretraining, while sentence or document-level granularity may be preferable for continued pretraining on smaller datasets where compute cost is less dominant.</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specialist dataset is described as "limited in amount for most tasks." How sensitive is CRISP's effectiveness to the size of the specialist dataset used to estimate cluster frequencies — at what data volumes does the frequency estimation become unreliable, and what happens to model quality when it does?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specialist dataset is described as "limited in amount for most tasks." How sensitive is CRISP's…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CRISP's effectiveness degrades gracefully as specialist dataset size decreases, but the frequency estimation becomes unreliable when the specialist dataset is too small to provide a representative sample of the target domain's cluster distribution. Below a few hundred to a few thousand specialist documents (depending on domain diversity), cluster frequency estimates become highly variable — clusters that are genuinely central to the domain may be underrepresented by chance, leading CRISP to sample suboptimally. The model quality impact when estimation is unreliable mirrors random or uniform cluster sampling, meaning performance reverts toward standard pretraining without adaptation benefit. For very scarce domains (tens to low hundreds of documents), CRISP's cluster frequency estimates should be smoothed with a prior (e.g., a Dirichlet smoothing over cluster counts) to prevent degenerate sampling when rare clusters have zero specialist examples by chance.</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key limitations of the CRISP approach — specifically, are there target domains or task types where the generalist dataset doesn't contain sufficient content in any cluster to effectively adapt the model, and how would you identify and handle such cases?</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key limitations of the CRISP approach — specifically, are there target domains or task…</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key limitation of CRISP is that it can only adapt the model to domains that have non-trivial cluster overlap with the generalist corpus — if the target domain uses vocabulary, formatting, or concepts that are essentially absent from all generalist clusters, no amount of cluster reweighting will surface relevant content. This situation arises for highly technical proprietary domains (e.g., an internal corporate knowledge base with proprietary terminology) or for domains in languages or scripts with negligible representation in the generalist corpus. You can identify such cases by measuring the maximum specialist-cluster overlap coefficient: if the specialist data's cluster frequency distribution has near-uniform assignment across all clusters (no cluster is meaningfully enriched relative to uniform), it indicates the specialist data is not concentrated in any identifiable region of the generalist space, and CRISP will provide minimal benefit over standard pretraining. In such cases, practitioners should revert to direct specialist data inclusion (with repetition) or collect more generalist data from the target domain before applying CRISP.</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Specialist language models (LMs) focus on a specific task or domain on which they often outperform generalist LMs of the same size. However, the specialist data needed to pretrain these models is only available in limited amount for most tasks. In this work, we build specialist models from large ge…</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Task-Adaptive Pretrained Language Models via Clustered-Impo…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