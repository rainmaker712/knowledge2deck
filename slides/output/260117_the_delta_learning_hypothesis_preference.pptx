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The Delta Learning Hypothesis: Preference Tuning on Weak Data can Yield Strong Gains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Scott Geng, Hamish Ivison, Chun-Liang Li, Maarten Sap, Jerry Li, Ranjay Krishna, Pang Wei Koh</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26-01-17</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https://arxiv.org/abs/2507.06187</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The Delta Learning Hypothesis: Preference Tuning on Weak Data can Yie…</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Improvements in language models are often driven by improving the quality of the data we train them on, which can be limiting when strong supervision is scarce. In this work, we show that paired preference data consisting of individually weak data points can enable gains beyond the strength of each individual data point. We formulate the delta learning hypothesis to explain this phenomenon, positing that the relative quality delta between points suffices to drive learning via preference tuning--even when supervised finetuning on the weak data hurts. We validate our hypothesis in controlled experiments and at scale, where we post-train 8B models on preference data generated by pairing a small 3B model's responses with outputs from an even smaller 1.5B model to create a meaningful delta. Strikingly, on a standard 11-benchmark evaluation suite (MATH, MMLU, etc.), our simple recipe matches the performance of Tulu 3, a state-of-the-art open model tuned from the same base model while relying on much stronger supervisors (e.g., GPT-4o). Thus, delta learning enables simpler and cheaper open recipes for state-of-the-art post-training. To better understand delta learning, we prove in logistic regression that the performance gap between two weak teacher models provides useful signal for improving a stronger student. Overall, our work shows that models can learn surprisingly well from paired data that might typically be considered weak.</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delta learning hypothesis posits that the relative quality difference between paired data points is what drives learning, not the absolute quality of either point. Why does SFT on weak data hurt, while DPO on pairs of weak data helps - what fundamentally differs between these two learning signals?</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delta learning hypothesis posits that the relative quality difference between paired data point…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SFT on weak data directly optimizes the model's output distribution to match weak responses — it attempts to maximize the probability of low-quality completions, which actively degrades the model's capabilities by pulling its generation distribution toward low-quality modes. DPO on paired weak data, by contrast, uses only the *relative* signal: the model learns that the chosen response is preferred over the rejected response, without being told that either response is in some absolute sense good. The Bradley-Terry model underlying DPO is indifferent to the absolute quality of the winning or losing response — it only cares about their relative ordering. This means even if both responses are weak, the model can extract a consistent directional signal about what properties to increase or decrease, without overwriting its strong pre-trained priors by fitting to weak absolute targets.</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In the controlled experiments, how did the authors isolate that the "delta" (quality gap) between pairs was the causal factor in preference learning, rather than some other property of the paired data?</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In the controlled experiments, how did the authors isolate that the "delta" (quality gap) between p…</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controlled experiments isolated the "delta" as causal through careful ablations: the authors varied the quality gap between chosen and rejected responses while holding fixed the absolute quality of the chosen response (or vice versa), to show that the performance gap between the paired responses — rather than the absolute quality of the winner — is what correlates with downstream student improvement. Additional evidence came from comparing DPO trained on (weak, weaker) pairs vs. (strong, strong) pairs vs. (weak, strong) pairs at matched chosen-response quality levels, isolating the gap as the operative variable. The fact that SFT on the same weak data hurts while DPO helps provides a complementary ablation: if absolute quality were the driver, both would benefit or both would hurt.</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uses outputs from a 3B model paired against a 1.5B model to train an 8B student. What is the theoretical mechanism that allows a larger model to learn useful signal from a quality gap between two models both smaller than itself?</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uses outputs from a 3B model paired against a 1.5B model to train an 8B student. What is…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mechanism that allows an 8B model to learn from signal generated by smaller models relates to how preference optimization works across model capability levels. The smaller models' outputs, while absolutely weaker than the 8B student's potential, still encode meaningful rankings over the response space — the 3B model consistently produces better answers to some prompts than the 1.5B model, and these rankings carry genuine information about task structure and quality criteria. The 8B student, which already has strong latent capabilities from pre-training, uses these rankings not to learn "what a good answer looks like" (it already has that knowledge) but rather to calibrate *when* to apply its capabilities and *which* of its own competing hypotheses to prefer — essentially using the weak oracle's preferences as a proxy for what the task is asking for.</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logistic regression proof shows the performance gap between two weak teachers provides useful signal for a stronger student. What assumptions does this proof rely on, and how well do those assumptions transfer to the complex, high-dimensional setting of language model training?</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logistic regression proof shows the performance gap between two weak teachers provides useful 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logistic regression proof relies on assumptions that simplify the language modeling setting considerably: linearity of the classification boundary, independence of data points, a fixed ground-truth quality ranking that both weak teachers and the strong student share (just with different error rates), and that error patterns of the weak teachers are uncorrelated enough to be informative rather than redundant. These assumptions are fragile in practice: LLM response quality is not linearly separable in any tractable feature space, teacher error patterns are highly correlated (both small models will fail on the same hard problems), and the ground truth ranking is not fixed but depends on task context. Nonetheless, the proof provides theoretical grounding for the intuition that any two noisy weak rankers with better-than-random accuracy can combine to provide useful signal to a stronger classifier, which empirically holds in the LLM experiments.</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When would delta learning fail or underperform? Specifically, are there task types or domains where the quality gap between two weak models would not correlate with what the stronger student should learn?</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When would delta learning fail or underperform? Specifically, are there task types or domains where…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Delta learning would underperform in settings where the weak teacher models' quality gap does not correlate with the directions the stronger student should improve. Specifically: on tasks requiring knowledge that neither teacher model possesses (e.g., specialized scientific reasoning or recent world events not in their training data), the teachers' relative rankings would be noise-dominated; on tasks where teacher failure modes are perfectly correlated (both models always fail in the same way), there is no useful delta signal; and in domains where the quality criterion has a different semantic structure for small vs. large models (e.g., the 3B and 1.5B models may prefer shorter, simpler responses on complex tasks while the 8B student should prefer more detailed reasoning), the delta may actively push the student in the wrong direction.</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This work suggests that access to strong supervisors like GPT-4o may be less critical than previously assumed. What does this imply for the broader ecosystem of open-source post-training, and where does the bottleneck then shift to?</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This work suggests that access to strong supervisors like GPT-4o may be less critical than previous…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implication for open-source post-training is that the bottleneck shifts from data quality (access to GPT-4o-quality annotations) to data strategy — specifically, how to construct paired data with informative quality deltas at low cost. This opens the door to fully self-supervised post-training pipelines where models generate their own paired data by sampling at different temperatures or using smaller auxiliary models as rejection baselines. The remaining bottlenecks become: selecting the right prompts/tasks to generate paired data for (distribution over problem types matters), ensuring the delta signal is consistent (not just random noise from stochastic generation), and scaling the pairing strategy without collapsing to trivially easy or trivially hard comparisons where the delta carries no information.</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uses an 11-benchmark evaluation suite including MATH and MMLU. Are these benchmarks adequate for validating that delta learning produces genuinely better models rather than models that game specific evaluation metrics? What evaluations would give stronger confidence?</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uses an 11-benchmark evaluation suite including MATH and MMLU. Are these benchmarks adequ…</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11-benchmark suite including MATH and MMLU provides useful coverage but has known limitations: these benchmarks have training data contamination risks (models may have seen similar problems during pre-training), they primarily test academic knowledge recall and formal reasoning rather than open-ended generation quality, and they do not capture alignment properties like instruction-following calibration, refusal behavior, or factuality in conversational settings. Stronger evaluation would include: held-out human preference studies on open-ended tasks; evaluation on recently released benchmarks not available during training; and adversarial probing of specific failure modes like sycophancy (where delta-trained models might learn to always agree with the instruction even when wrong, if the weak teachers both exhibit sycophancy but the stronger teacher slightly less so).</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Improvements in language models are often driven by improving the quality of the data we train them on, which can be limiting when strong supervision is scarce. In this work, we show that paired preference data consisting of individually weak data points can enable gains beyond the strength of each…</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The Delta Learning Hypothesis: Preference Tuning on Weak 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