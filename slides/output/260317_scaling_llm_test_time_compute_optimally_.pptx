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Scaling LLM Test-Time Compute Optimally can be More Effective than Scaling Model Parameters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Charlie Snell, Jaehoon Lee, Kelvin Xu, Aviral Kumar</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26-03-17</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https://arxiv.org/abs/2408.03314</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Scaling LLM Test-Time Compute Optimally can be More Effective than Sc…</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Enabling LLMs to improve their outputs by using more test-time computation is a critical step towards building generally self-improving agents that can operate on open-ended natural language. In this paper, we study the scaling of inference-time computation in LLMs, with a focus on answering the question: if an LLM is allowed to use a fixed but non-trivial amount of inference-time compute, how much can it improve its performance on a challenging prompt? Answering this question has implications not only on the achievable performance of LLMs, but also on the future of LLM pretraining and how one should tradeoff inference-time and pre-training compute. Despite its importance, little research attempted to understand the scaling behaviors of various test-time inference methods. Moreover, current work largely provides negative results for a number of these strategies. In this work, we analyze two primary mechanisms to scale test-time computation: (1) searching against dense, process-based verifier reward models; and (2) updating the model's distribution over a response adaptively, given the prompt at test time. We find that in both cases, the effectiveness of different approaches to scaling test-time compute critically varies depending on the difficulty of the prompt. This observation motivates applying a "compute-optimal" scaling strategy, which acts to most effectively allocate test-time compute adaptively per prompt. Using this compute-optimal strategy, we can improve the efficiency of test-time compute scaling by more than 4x compared to a best-of-N baseline. Additionally, in a FLOPs-matched evaluation, we find that on problems where a smaller base model attains somewhat non-trivial success rates, test-time compute can be used to outperform a 14x larger model.</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finds that test-time compute scaling's effectiveness "critically varies depending on the difficulty of the prompt." What is the underlying reason for this dependency — why do easy problems not benefit from more test-time compute, and at what difficulty level do the different scaling strategies break down?</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finds that test-time compute scaling's effectiveness "critically varies depending on the…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Easy problems don't benefit from more test-time compute because the model already generates correct solutions with high probability on the first attempt — additional samples are redundant and best-of-N selection among already-correct samples provides no marginal gain. Very hard problems where the model has essentially zero probability of generating a correct solution also don't benefit from naive sampling, because even generating many samples doesn't produce a correct one to select. The "sweet spot" for test-time scaling is problems in the intermediate difficulty range where the model has a low but non-zero probability of success — here, more compute meaningfully increases the probability that at least one sample is correct and that a verifier can identify it. The breakdown of scaling strategies at the extremes is thus a direct consequence of the probability distribution over solution quality: verifier-based search is only useful when good solutions exist in the sample distribution to find.</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two scaling mechanisms studied are process-based verifier reward models and adaptive distribution updating. What are the key differences between these approaches in terms of how they use additional compute, and in what task settings would each be preferred over the other?</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two scaling mechanisms studied are process-based verifier reward models and adaptive distributi…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Process-based verifier reward models (PRMs) score intermediate reasoning steps, allowing the test-time compute to be spent on beam search or tree search through the reasoning process, pruning branches early when intermediate steps are scored poorly. Adaptive distribution updating (e.g., via self-refinement or sequential Monte Carlo style methods) works differently: it modifies the model's generation distribution based on prompt-specific information, causing it to generate in a region of output space better suited for the specific problem. PRMs are preferred when the reasoning structure is transparent and step-level feedback is meaningful (e.g., math proofs where intermediate steps can be verified). Adaptive distribution updating is better suited for tasks where the model needs to change its "approach" rather than refine individual steps, and where intermediate verification is harder.</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A "compute-optimal" strategy allocates test-time compute adaptively per prompt. How does the system estimate prompt difficulty at inference time to decide how much compute to allocate, and what are the risks if this difficulty estimation is miscalibrated?</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A "compute-optimal" strategy allocates test-time compute adaptively per prompt. How does the system…</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system estimates prompt difficulty typically through a combination of a fast proxy model's confidence, the consistency of multiple initial samples (high agreement among initial samples suggests an easy problem), or a classifier trained to predict problem difficulty from prompt features. The risk of miscalibration is asymmetric: if a hard problem is classified as easy, too little compute is allocated and the model generates too few samples to find a correct one. If an easy problem is misclassified as hard, extra compute is wasted but the answer is still correct. The compute-optimal strategy aims to minimize total FLOPs at a target success rate, so miscalibration in either direction hurts efficiency, though underestimating difficulty has a larger performance impact.</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shows a 4x efficiency improvement over best-of-N baseline using compute-optimal allocation. What does "efficiency" mean precisely here — is it performance per FLOPs, success rate at fixed total compute, or latency for a target accuracy — and how does this translate to practical deployment scenarios?</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shows a 4x efficiency improvement over best-of-N baseline using compute-optimal allocatio…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"Efficiency" in this paper means performance achieved per unit of FLOPs at inference time — specifically, the success rate (fraction of problems solved correctly) for a fixed total inference compute budget. A 4x efficiency improvement over best-of-N means that the compute-optimal strategy achieves the same success rate using 4x fewer FLOPs than naive best-of-N sampling at uniform compute allocation. In practical deployment, this translates to either 4x lower inference cost for the same performance level, or 4x more requests handled within the same latency budget, or a higher success rate on hard problems when compute is concentrated where it is most needed.</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FLOPs-matched comparison shows a small model with test-time scaling can outperform a 14x larger model. What is the prerequisite "somewhat non-trivial success rate" for this to work, and what does this imply about the types of problems where test-time scaling cannot substitute for model capacity?</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FLOPs-matched comparison shows a small model with test-time scaling can outperform a 14x larger…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prerequisite "somewhat non-trivial success rate" means the base model must have greater than ~0% probability of generating a correct solution on at least some problems in the target difficulty range. If the model has exactly zero probability of producing correct solutions (the problem is fundamentally outside its knowledge or reasoning capacity), no amount of sampling can produce a correct answer to select. This implies that test-time scaling cannot substitute for model capacity on tasks requiring knowledge the model was never exposed to during training, on problems requiring reasoning capabilities that are qualitatively absent from the model, or on tasks where the model's highest-probability outputs are structurally wrong (not just randomly incorrect) — such as tasks requiring symbolic manipulation that the model cannot perform regardless of how many attempts it makes.</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scaling test-time compute interact with the pretraining compute budget decision? If test-time compute can substitute for parameter count, should organizations invest more in inference infrastructure and less in frontier model training — and what factors determine the optimal split?</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scaling test-time compute interact with the pretraining compute budget decision? If test-t…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If test-time compute can substitute for parameter count, the optimal resource allocation strategy shifts significantly: smaller, cheaper-to-serve base models with strong inference-time search capabilities can match larger models at lower total cost for problems in the tractable difficulty range. However, the substitution is partial — test-time scaling helps most for problems where more computation helps the model "find" good solutions it could in principle generate, not for problems requiring knowledge or capabilities the model fundamentally lacks. Organizations should invest more in inference infrastructure when: their use cases are compute-bound at inference (many users with complex tasks), the tasks fall in the intermediate difficulty range, and they have access to high-quality verifiers. They should invest more in pretraining when: they need capabilities that require scale (broad world knowledge, complex multi-step reasoning), or their tasks are outside the tractable difficulty range for the base model.</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fundamental limits of test-time compute scaling — specifically, are there task categories (e.g., open-ended generation, subjective creativity, tasks requiring new knowledge) where no amount of test-time compute can compensate for model limitations, and how do these boundaries relate to verifier quality?</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fundamental limits of test-time compute scaling — specifically, are there task categor…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Test-time compute scaling has fundamental limits in several categories. Open-ended creative generation has no clear verifier — there is no objective criterion for "more creative" that a process reward model can evaluate, so the search cannot be directed toward better outputs. Tasks requiring new knowledge (e.g., answering about post-training events) are bounded by the model's training data; additional compute cannot synthesize facts the model was not trained on. Subjective tasks (e.g., writing in a specific person's voice) require a verifier aligned with subjective preferences that is difficult to specify formally. The common thread is verifier quality: test-time scaling is only as powerful as the reward model guiding the search. If the verifier cannot reliably distinguish better from worse solutions, more compute spent searching under that verifier's guidance produces diminishing or misleading returns.</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Enabling LLMs to improve their outputs by using more test-time computation is a critical step towards building generally self-improving agents that can operate on open-ended natural language. In this paper, we study the scaling of inference-time computation in LLMs, with a focus on answering the qu…</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Scaling LLM Test-Time Compute Optimally can be More Effecti…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