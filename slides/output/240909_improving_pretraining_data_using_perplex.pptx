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2268743" y="5804754"/>
            <a:ext cx="714281" cy="714281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4609268" y="5791190"/>
            <a:ext cx="731121" cy="731121"/>
          </a:xfrm>
          <a:prstGeom prst="parallelogram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208537" y="6165755"/>
            <a:ext cx="500626" cy="50062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rallelogram 4"/>
          <p:cNvSpPr/>
          <p:nvPr/>
        </p:nvSpPr>
        <p:spPr>
          <a:xfrm>
            <a:off x="592718" y="2910626"/>
            <a:ext cx="283460" cy="28346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447579" y="918022"/>
            <a:ext cx="392440" cy="392440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5701437" y="728940"/>
            <a:ext cx="381496" cy="381496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entagon 7"/>
          <p:cNvSpPr/>
          <p:nvPr/>
        </p:nvSpPr>
        <p:spPr>
          <a:xfrm>
            <a:off x="5600939" y="249569"/>
            <a:ext cx="303751" cy="303751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1274552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0000"/>
                </a:solidFill>
                <a:latin typeface="Arial Black"/>
              </a:rPr>
              <a:t>Improving Pretraining Data Using Perplexity Correlations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Tristan Thrush, Christopher Potts, Tatsunori Hashimoto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463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E600"/>
                </a:solidFill>
                <a:latin typeface="Arial"/>
              </a:rPr>
              <a:t>24-09-09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64008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https://arxiv.org/abs/2409.05816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19640" y="126231"/>
            <a:ext cx="493995" cy="493995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363337" y="2082922"/>
            <a:ext cx="376015" cy="376015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2732" y="5683493"/>
            <a:ext cx="635161" cy="635161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1958" y="4743206"/>
            <a:ext cx="483163" cy="483163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5498" y="3162755"/>
            <a:ext cx="634513" cy="634513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9478300" y="876800"/>
            <a:ext cx="294439" cy="294439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365644" y="2830740"/>
            <a:ext cx="498296" cy="498296"/>
          </a:xfrm>
          <a:prstGeom prst="diamond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Hexagon 8"/>
          <p:cNvSpPr/>
          <p:nvPr/>
        </p:nvSpPr>
        <p:spPr>
          <a:xfrm>
            <a:off x="5110110" y="954575"/>
            <a:ext cx="494806" cy="494806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65760" y="274320"/>
            <a:ext cx="2194560" cy="47548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"/>
            <a:ext cx="8897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Improving Pretraining Data Using Perplexity Correlations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60120"/>
            <a:ext cx="1072591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LLM 손실(perplexity)과 다운스트림 벤치마크 성능 간의 상관관계를 이용해, 별도의 LLM 학습 없이 고품질 사전학습 데이터 도메인을 선택하는 프레임워크. Open LLM Leaderboard의 90개 공개 LLM을 "실험 대리자"로 활용한다.</a:t>
            </a:r>
          </a:p>
        </p:txBody>
      </p:sp>
      <p:sp>
        <p:nvSpPr>
          <p:cNvPr id="13" name="Oval 12"/>
          <p:cNvSpPr/>
          <p:nvPr/>
        </p:nvSpPr>
        <p:spPr>
          <a:xfrm>
            <a:off x="11444403" y="134126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160411" y="114021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137111" y="352135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23904" y="938963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1254391" y="232604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62719" y="653488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11346629" y="5955948"/>
            <a:ext cx="540766" cy="540766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5067776" y="956131"/>
            <a:ext cx="597361" cy="597361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entagon 3"/>
          <p:cNvSpPr/>
          <p:nvPr/>
        </p:nvSpPr>
        <p:spPr>
          <a:xfrm>
            <a:off x="11835138" y="2731630"/>
            <a:ext cx="351427" cy="351427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452" y="1028748"/>
            <a:ext cx="588521" cy="588521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545" y="289119"/>
            <a:ext cx="522161" cy="522161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3595328" y="304382"/>
            <a:ext cx="683413" cy="683413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rallelogram 7"/>
          <p:cNvSpPr/>
          <p:nvPr/>
        </p:nvSpPr>
        <p:spPr>
          <a:xfrm>
            <a:off x="11527060" y="1674887"/>
            <a:ext cx="661891" cy="661891"/>
          </a:xfrm>
          <a:prstGeom prst="parallelogram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451765" y="6086871"/>
            <a:ext cx="537836" cy="537836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98521" y="367387"/>
            <a:ext cx="505409" cy="505409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핵심 아이디어: 도메인 j의 perplexity가 낮은 모델일수록 다운스트림 벤치마크도 잘 한다면, 그 도메인 데이터는 고품질이다. 이 상관관계를 랭크 기반 계수 γj로 정량화한다.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Single-Index Model: yi = f(⟨θ*, xi⟩ + εi) — 링크 함수 f는 미지의 단조함수, 데이터-손실 관계를 명시적으로 모델링할 필요 없음. Theorem 1이 일관성(consistency)을 보장한다.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160M 파라미터 성능: DSIR 대비 평균 순위 1.750 vs. 4.500, 수작업으로 제작한 fastText 분류기와 동등한 성능을 무감독(unsupervised) 방식으로 달성.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FF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233349" y="348608"/>
            <a:ext cx="325708" cy="32570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11159831" y="5794029"/>
            <a:ext cx="620691" cy="620691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Diamond 3"/>
          <p:cNvSpPr/>
          <p:nvPr/>
        </p:nvSpPr>
        <p:spPr>
          <a:xfrm>
            <a:off x="11620813" y="1309455"/>
            <a:ext cx="519224" cy="519224"/>
          </a:xfrm>
          <a:prstGeom prst="diamond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5199" y="1315391"/>
            <a:ext cx="283631" cy="283631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ntagon 5"/>
          <p:cNvSpPr/>
          <p:nvPr/>
        </p:nvSpPr>
        <p:spPr>
          <a:xfrm>
            <a:off x="8253926" y="6147002"/>
            <a:ext cx="710997" cy="710997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87407" y="968864"/>
            <a:ext cx="657765" cy="657765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스케일링 효과: 1.4B까지 스케일 확장 시 개선 폭 증가 — 데이터 품질의 이점은 모델이 클수록 더 뚜렷하다.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수확체감 발견: 사전 필터링된 데이터셋에서는 효과 감소 — 상관계수 신호는 원시 웹 크롤 데이터에서 가장 강하며, 이미 정제된 데이터에는 보완적 방법이 필요하다.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781" y="19041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264502" y="335161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49113" y="349309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33366" y="25068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30867" y="55050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176800" y="2541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171955" y="651070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954332" y="25109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04096" y="256032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867744" y="61955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랭크 기반 상관계수(γj)가 Pearson 상관계수 대신 채택된 이유는 무엇이며, 이 선택이 도메인 가중치 추정의 강건성에 어떤 영향을 미치는가?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577938" y="6407476"/>
            <a:ext cx="450523" cy="450523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0902568" y="5787986"/>
            <a:ext cx="437125" cy="437125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89664" y="4562677"/>
            <a:ext cx="323679" cy="323679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sosceles Triangle 17"/>
          <p:cNvSpPr/>
          <p:nvPr/>
        </p:nvSpPr>
        <p:spPr>
          <a:xfrm>
            <a:off x="11524996" y="3525237"/>
            <a:ext cx="601775" cy="601775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7439527" y="1010671"/>
            <a:ext cx="598435" cy="598435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ntagon 19"/>
          <p:cNvSpPr/>
          <p:nvPr/>
        </p:nvSpPr>
        <p:spPr>
          <a:xfrm>
            <a:off x="11570821" y="5706507"/>
            <a:ext cx="618130" cy="618130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Hexagon 20"/>
          <p:cNvSpPr/>
          <p:nvPr/>
        </p:nvSpPr>
        <p:spPr>
          <a:xfrm>
            <a:off x="6075496" y="5831854"/>
            <a:ext cx="434821" cy="43482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랭크 기반 상관계수(γj)가 Pearson 상관계수 대신 채택된 이유는 무엇이며, 이 선택이 도메인 가중치 추정의 강건성에 어떤 영향을 미치는가?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랭크 기반 상관계수는 모델 손실과 다운스트림 성능 간의 관계가 단조적(monotonic)이기만 하면 유효하며, 선형성을 요구하지 않는다. 이는 Single-Index Model에서 링크 함수 f가 미지의 비선형 함수일 수 있다는 설정과 정확히 부합한다. Pearson 상관계수는 선형 관계만 포착하므로, 로그 스케일의 perplexity와 정확도 기반 벤치마크 점수 사이에 비선형 단조 관계가 존재할 경우 신호를 과소추정할 수 있다. 또한 랭크 변환은 이상치(outlier) 모델의 영향을 자동으로 억제하여, 90개라는 비교적 적은 모델 수에서도 추정의 강건성을 확보한다. Theorem 1이 이 랭크 기반 추정기의 일관성을 가우시안 가정 하에서 증명한 것은, 비선형 f를 명시적으로 복구하지 않고도 도메인 가중치 방향을 식별할 수 있음을 보장하는 핵심 결과다.</a:t>
            </a:r>
          </a:p>
        </p:txBody>
      </p:sp>
      <p:sp>
        <p:nvSpPr>
          <p:cNvPr id="7" name="Oval 6"/>
          <p:cNvSpPr/>
          <p:nvPr/>
        </p:nvSpPr>
        <p:spPr>
          <a:xfrm>
            <a:off x="1004547" y="3648270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746706" y="5633156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66162" y="31442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28111" y="5268862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3589" y="525182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7941" y="229391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4758455" y="90556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445114" y="2850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2365" y="16180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36620" y="24601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479739" y="605417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28154" y="16504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18025" y="40470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692916" y="132302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18935" y="24378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90개 공개 LLM의 이질성(아키텍처, 학습 데이터, 규모 차이)이 Single-Index Model의 가정을 위반할 가능성은 없는가, 그리고 이를 어떻게 완화하는가?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507660" y="2960390"/>
            <a:ext cx="681291" cy="681291"/>
          </a:xfrm>
          <a:prstGeom prst="parallelogram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9767109" y="84409"/>
            <a:ext cx="482182" cy="482182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999512" y="424530"/>
            <a:ext cx="334837" cy="334837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579428" y="3937121"/>
            <a:ext cx="332169" cy="332169"/>
          </a:xfrm>
          <a:prstGeom prst="diamond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11893" y="6431757"/>
            <a:ext cx="426242" cy="42624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47777" y="6131311"/>
            <a:ext cx="726688" cy="72668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0164440" y="5840575"/>
            <a:ext cx="545069" cy="545069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arallelogram 21"/>
          <p:cNvSpPr/>
          <p:nvPr/>
        </p:nvSpPr>
        <p:spPr>
          <a:xfrm>
            <a:off x="11643137" y="1618758"/>
            <a:ext cx="492949" cy="492949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336849" y="6299019"/>
            <a:ext cx="338912" cy="33891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813274" y="1122878"/>
            <a:ext cx="375677" cy="37567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90개 공개 LLM의 이질성(아키텍처, 학습 데이터, 규모 차이)이 Single-Index Model의 가정을 위반할 가능성은 없는가, 그리고 이를 어떻게 완화하는가?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90개 모델의 이질성은 오히려 방법론의 강점이 될 수 있다. Single-Index Model은 모든 모델이 동일한 도메인 가중치 벡터 θ*에 의해 설명된다고 가정하는데, 이는 "특정 도메인에서의 손실 감소가 다운스트림 성능 향상으로 이어지는 방향"이 모델 간에 공유된다는 것이다. 다양한 아키텍처와 규모의 모델이 이 패턴을 일관되게 보인다면, 추정된 θ*는 특정 모델 패밀리에 과적합되지 않는 일반적 신호를 포착한다. 학습 데이터가 크게 다른 모델(예: 코드 특화 vs. 대화 특화)은 잡음원으로 작용할 수 있으나, 랭크 기반 추정기의 이상치 강건성과 충분한 모델 수에 의한 평균화 효과로 부분적으로 완화된다.</a:t>
            </a:r>
          </a:p>
        </p:txBody>
      </p:sp>
      <p:sp>
        <p:nvSpPr>
          <p:cNvPr id="7" name="Oval 6"/>
          <p:cNvSpPr/>
          <p:nvPr/>
        </p:nvSpPr>
        <p:spPr>
          <a:xfrm>
            <a:off x="4610790" y="1016369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447861" y="68459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082784" y="404924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159141" y="1847692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547548" y="596478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35799" y="7549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54226" y="12047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371994" y="60839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531453" y="62400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026996" y="48554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228881" y="7504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919658" y="65264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692661" y="12303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89614" y="40817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11257" y="632730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fastText 분류기를 페이지 수준 필터링에 사용하는 단계에서 도메인 수준 상관계수 신호가 어떻게 페이지 단위로 전이되며, 이 과정에서 정보 손실이 발생하는가?</a:t>
            </a:r>
          </a:p>
        </p:txBody>
      </p:sp>
      <p:sp>
        <p:nvSpPr>
          <p:cNvPr id="15" name="Oval 14"/>
          <p:cNvSpPr/>
          <p:nvPr/>
        </p:nvSpPr>
        <p:spPr>
          <a:xfrm>
            <a:off x="11509390" y="5707405"/>
            <a:ext cx="624535" cy="624535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7349984" y="6430008"/>
            <a:ext cx="401433" cy="401433"/>
          </a:xfrm>
          <a:prstGeom prst="homePlat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iamond 16"/>
          <p:cNvSpPr/>
          <p:nvPr/>
        </p:nvSpPr>
        <p:spPr>
          <a:xfrm>
            <a:off x="7788953" y="562246"/>
            <a:ext cx="475241" cy="475241"/>
          </a:xfrm>
          <a:prstGeom prst="diamond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Hexagon 17"/>
          <p:cNvSpPr/>
          <p:nvPr/>
        </p:nvSpPr>
        <p:spPr>
          <a:xfrm>
            <a:off x="4574371" y="599465"/>
            <a:ext cx="677410" cy="677410"/>
          </a:xfrm>
          <a:prstGeom prst="hexagon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>
            <a:off x="11677232" y="4897011"/>
            <a:ext cx="511719" cy="51171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835451" y="631963"/>
            <a:ext cx="347530" cy="347530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fastText 분류기를 페이지 수준 필터링에 사용하는 단계에서 도메인 수준 상관계수 신호가 어떻게 페이지 단위로 전이되며, 이 과정에서 정보 손실이 발생하는가?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도메인 수준 상관계수는 "이 도메인의 데이터가 다운스트림 성능에 긍정적인가"라는 거시적 신호를 제공하고, fastText 분류기는 이 신호를 페이지 단위로 구체화하는 역할을 한다. 상관계수가 높은 도메인의 페이지들을 양성 예시로, 낮은 도메인의 페이지들을 음성 예시로 사용해 fastText를 학습시킨다. 동일 도메인 내 페이지 간 품질 편차가 정보 손실을 야기할 수 있으나, fastText는 텍스트의 n-gram 특징을 학습하므로 고품질 텍스트의 표면적 패턴(어휘 수준, 문장 구조 등)을 포착해 도메인 경계를 넘어 일반화할 수 있다. 논문에서 이 파이프라인이 수동 제작 fastText 분류기와 동등한 성능을 달성한 것은 이 전이가 실질적으로 작동함을 시사한다.</a:t>
            </a:r>
          </a:p>
        </p:txBody>
      </p:sp>
      <p:sp>
        <p:nvSpPr>
          <p:cNvPr id="7" name="Oval 6"/>
          <p:cNvSpPr/>
          <p:nvPr/>
        </p:nvSpPr>
        <p:spPr>
          <a:xfrm>
            <a:off x="4924984" y="15427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36871" y="6275184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506200" y="348881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27161" y="2302395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677174" y="5900537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53453" y="48205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3298901" y="12091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55917" y="21108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42701" y="147585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84746" y="11650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19452" y="268243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591387" y="156058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684901" y="140570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12916" y="1002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22087" y="63435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사전 필터링된 데이터셋에서 관찰된 수확체감 현상의 원인은 무엇이며, 이것이 본 방법론의 실용적 적용 범위에 대해 시사하는 바는 무엇인가?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430450" y="5508612"/>
            <a:ext cx="481561" cy="481561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246798" y="428472"/>
            <a:ext cx="623132" cy="623132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sosceles Triangle 16"/>
          <p:cNvSpPr/>
          <p:nvPr/>
        </p:nvSpPr>
        <p:spPr>
          <a:xfrm>
            <a:off x="326420" y="1040590"/>
            <a:ext cx="586381" cy="586381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rallelogram 17"/>
          <p:cNvSpPr/>
          <p:nvPr/>
        </p:nvSpPr>
        <p:spPr>
          <a:xfrm>
            <a:off x="240124" y="5378812"/>
            <a:ext cx="630306" cy="630306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6376360" y="1054838"/>
            <a:ext cx="592927" cy="592927"/>
          </a:xfrm>
          <a:prstGeom prst="diamond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661062" y="4367980"/>
            <a:ext cx="434016" cy="434016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5184" y="5251064"/>
            <a:ext cx="718338" cy="71833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380067" y="6388273"/>
            <a:ext cx="320190" cy="320190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rallelogram 22"/>
          <p:cNvSpPr/>
          <p:nvPr/>
        </p:nvSpPr>
        <p:spPr>
          <a:xfrm>
            <a:off x="4501684" y="227549"/>
            <a:ext cx="721736" cy="72173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02784" y="5505987"/>
            <a:ext cx="384347" cy="38434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A4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사전 필터링된 데이터셋에서 관찰된 수확체감 현상의 원인은 무엇이며, 이것이 본 방법론의 실용적 적용 범위에 대해 시사하는 바는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수확체감은 사전 필터링이 이미 가장 명백한 저품질 데이터를 제거했기 때문에 발생한다. 상관계수 기반 신호는 "좋은 도메인 vs. 나쁜 도메인"의 대비에서 가장 강한 식별력을 가지는데, 사전 필터링된 데이터셋에서는 이 대비가 약화되어 남은 도메인들 간의 상관계수 차이가 줄어든다. 실용적으로 이는 본 방법이 원시(raw) 웹 크롤 데이터에 가장 큰 가치를 제공하며, 다단계 필터링 파이프라인에서 초기 단계에 배치하는 것이 최적임을 의미한다.</a:t>
            </a:r>
          </a:p>
        </p:txBody>
      </p:sp>
      <p:sp>
        <p:nvSpPr>
          <p:cNvPr id="7" name="Oval 6"/>
          <p:cNvSpPr/>
          <p:nvPr/>
        </p:nvSpPr>
        <p:spPr>
          <a:xfrm>
            <a:off x="10139045" y="1200677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727894" y="738375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880191" y="108109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4012" y="44352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6368" y="3992004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81429" y="6562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152814" y="442856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27116" y="57129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4594" y="57367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86443" y="195254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5330" y="276965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885839" y="487126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42269" y="64575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02707" y="448177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6260" y="30490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Theorem 1의 가우시안 가정이 실제 웹 도메인 데이터 분포에서 얼마나 현실적이며, 이 가정이 깨질 때 추정기의 성능은 어떻게 변하는가?</a:t>
            </a:r>
          </a:p>
        </p:txBody>
      </p:sp>
      <p:sp>
        <p:nvSpPr>
          <p:cNvPr id="15" name="Pentagon 14"/>
          <p:cNvSpPr/>
          <p:nvPr/>
        </p:nvSpPr>
        <p:spPr>
          <a:xfrm>
            <a:off x="11471229" y="83754"/>
            <a:ext cx="717722" cy="717722"/>
          </a:xfrm>
          <a:prstGeom prst="homePlat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596952" y="6457200"/>
            <a:ext cx="400799" cy="400799"/>
          </a:xfrm>
          <a:prstGeom prst="hexagon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340537" y="4820588"/>
            <a:ext cx="570868" cy="570868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698631" y="3661981"/>
            <a:ext cx="358723" cy="358723"/>
          </a:xfrm>
          <a:prstGeom prst="diamond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ntagon 18"/>
          <p:cNvSpPr/>
          <p:nvPr/>
        </p:nvSpPr>
        <p:spPr>
          <a:xfrm>
            <a:off x="8380135" y="764278"/>
            <a:ext cx="575316" cy="575316"/>
          </a:xfrm>
          <a:prstGeom prst="homePlat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42594" y="5961517"/>
            <a:ext cx="285420" cy="28542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39638" y="60636"/>
            <a:ext cx="684363" cy="684363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Diamond 21"/>
          <p:cNvSpPr/>
          <p:nvPr/>
        </p:nvSpPr>
        <p:spPr>
          <a:xfrm>
            <a:off x="11678739" y="567717"/>
            <a:ext cx="510212" cy="510212"/>
          </a:xfrm>
          <a:prstGeom prst="diamond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ntagon 22"/>
          <p:cNvSpPr/>
          <p:nvPr/>
        </p:nvSpPr>
        <p:spPr>
          <a:xfrm>
            <a:off x="5189508" y="528426"/>
            <a:ext cx="550160" cy="550160"/>
          </a:xfrm>
          <a:prstGeom prst="homePlat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sosceles Triangle 23"/>
          <p:cNvSpPr/>
          <p:nvPr/>
        </p:nvSpPr>
        <p:spPr>
          <a:xfrm>
            <a:off x="11169991" y="347584"/>
            <a:ext cx="450570" cy="450570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A5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Theorem 1의 가우시안 가정이 실제 웹 도메인 데이터 분포에서 얼마나 현실적이며, 이 가정이 깨질 때 추정기의 성능은 어떻게 변하는가?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Theorem 1의 가우시안 가정은 현실의 웹 도메인 데이터에서 근사적이다. 도메인별 손실 분포는 긴 꼬리(heavy tail)를 가지거나 다봉(multimodal) 구조를 보일 수 있다. 그러나 랭크 기반 추정기는 분포의 구체적 형태보다 순서 관계에 의존하므로, 정규성 위반에 대해 Pearson 기반 방법보다 본질적으로 강건하다. 가우시안 가정이 심하게 깨지는 경우 추정기의 수렴 속도가 느려질 수 있으나, 일관성 자체는 단조 링크 함수의 존재만으로도 유지될 가능성이 높다. 실험 결과가 이론적 예측과 잘 부합하는 것은 이 근사가 실질적으로 충분함을 시사한다.</a:t>
            </a:r>
          </a:p>
        </p:txBody>
      </p:sp>
      <p:sp>
        <p:nvSpPr>
          <p:cNvPr id="7" name="Oval 6"/>
          <p:cNvSpPr/>
          <p:nvPr/>
        </p:nvSpPr>
        <p:spPr>
          <a:xfrm>
            <a:off x="979244" y="25705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61178" y="484300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239323" y="37968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435510" y="460961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83309" y="13853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63428" y="8528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22826" y="60634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4151406" y="72662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308102" y="72547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96690" y="53028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823111" y="70693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90017" y="7933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62094" y="58617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423336" y="13142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29996" y="62956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160M에서 1.4B로 스케일링할 때 개선 폭이 증가하는 패턴이 더 큰 모델(7B, 70B)에서도 지속될 것으로 기대할 수 있는가, 그리고 그 근거는 무엇인가?</a:t>
            </a:r>
          </a:p>
        </p:txBody>
      </p:sp>
      <p:sp>
        <p:nvSpPr>
          <p:cNvPr id="15" name="Diamond 14"/>
          <p:cNvSpPr/>
          <p:nvPr/>
        </p:nvSpPr>
        <p:spPr>
          <a:xfrm>
            <a:off x="180297" y="711596"/>
            <a:ext cx="484302" cy="484302"/>
          </a:xfrm>
          <a:prstGeom prst="diamond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arallelogram 15"/>
          <p:cNvSpPr/>
          <p:nvPr/>
        </p:nvSpPr>
        <p:spPr>
          <a:xfrm>
            <a:off x="613238" y="6338122"/>
            <a:ext cx="381960" cy="381960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07671" y="700158"/>
            <a:ext cx="513002" cy="513002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236802" y="2249330"/>
            <a:ext cx="672986" cy="672986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11472141" y="3871552"/>
            <a:ext cx="716810" cy="716810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Hexagon 19"/>
          <p:cNvSpPr/>
          <p:nvPr/>
        </p:nvSpPr>
        <p:spPr>
          <a:xfrm>
            <a:off x="11620847" y="3947090"/>
            <a:ext cx="373317" cy="373317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1701892" y="6370940"/>
            <a:ext cx="487059" cy="48705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160576" y="6159635"/>
            <a:ext cx="415311" cy="415311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160M에서 1.4B로 스케일링할 때 개선 폭이 증가하는 패턴이 더 큰 모델(7B, 70B)에서도 지속될 것으로 기대할 수 있는가, 그리고 그 근거는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160M에서 1.4B로의 개선 폭 증가는 데이터 품질의 영향이 모델 용량이 커질수록 더 뚜렷해진다는 기존 스케일링 법칙 연구와 일치한다. 7B, 70B에서도 개선이 지속될 것으로 기대할 수 있으나 두 가지 불확실성이 존재한다. 첫째, 상관계수 추정에 사용된 90개 모델의 분포가 대형 모델의 학습 동역학을 충분히 반영하는지 불명확하다. 둘째, 대형 모델에서는 데이터 양 자체가 더 중요해지므로 공격적 필터링으로 인한 데이터 감소가 개선을 상쇄할 수 있다. 1.4B를 넘어서는 스케일링 검증은 계산 비용의 현실적 제약으로 남아 있는 열린 질문이다.</a:t>
            </a:r>
          </a:p>
        </p:txBody>
      </p:sp>
      <p:sp>
        <p:nvSpPr>
          <p:cNvPr id="7" name="Oval 6"/>
          <p:cNvSpPr/>
          <p:nvPr/>
        </p:nvSpPr>
        <p:spPr>
          <a:xfrm>
            <a:off x="174124" y="1974325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105847" y="121370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7069" y="628968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742765" y="1918393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91287" y="3120571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8360" y="58567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44997" y="62374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51040" y="53656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98270" y="3820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3474854" y="10094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619582" y="676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65857" y="8892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79272" y="38427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57338" y="12391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4211" y="4607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본 프레임워크의 도메인 가중치 추정이 벤치마크 선택에 민감한가 — 즉, Open LLM Leaderboard 대신 다른 평가 체계를 사용하면 선택되는 데이터 분포가 크게 달라지는가?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11359782" y="5075169"/>
            <a:ext cx="314181" cy="314181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941740" y="1040409"/>
            <a:ext cx="531412" cy="531412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0305119" y="859194"/>
            <a:ext cx="386408" cy="386408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194304" y="352289"/>
            <a:ext cx="277335" cy="277335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rallelogram 18"/>
          <p:cNvSpPr/>
          <p:nvPr/>
        </p:nvSpPr>
        <p:spPr>
          <a:xfrm>
            <a:off x="1003849" y="3499548"/>
            <a:ext cx="688821" cy="688821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arallelogram 19"/>
          <p:cNvSpPr/>
          <p:nvPr/>
        </p:nvSpPr>
        <p:spPr>
          <a:xfrm>
            <a:off x="406891" y="4855215"/>
            <a:ext cx="291119" cy="291119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A7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본 프레임워크의 도메인 가중치 추정이 벤치마크 선택에 민감한가 — 즉, Open LLM Leaderboard 대신 다른 평가 체계를 사용하면 선택되는 데이터 분포가 크게 달라지는…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도메인 가중치 θ*는 "이 도메인이 *특정 벤치마크 집합*의 성능과 얼마나 상관되는가"를 인코딩하므로, 벤치마크가 바뀌면 θ*도 달라진다. 예컨대 코딩 벤치마크를 타겟으로 하면 GitHub 관련 도메인의 가중치가 높아지고, 상식 추론 벤치마크를 타겟으로 하면 백과사전적 도메인이 선호된다. 이는 약점이 아니라 의도된 유연성으로 볼 수 있다 — 목표 능력에 맞춰 벤치마크를 선택하면 데이터 선택이 자동으로 조정된다. Open LLM Leaderboard를 사용한 것은 범용성을 위한 합리적 선택이나, 특정 응용(의료, 법률 등)을 목표로 할 때는 해당 도메인 벤치마크로 상관계수를 재추정하는 것이 필수적이다.</a:t>
            </a:r>
          </a:p>
        </p:txBody>
      </p:sp>
      <p:sp>
        <p:nvSpPr>
          <p:cNvPr id="7" name="Oval 6"/>
          <p:cNvSpPr/>
          <p:nvPr/>
        </p:nvSpPr>
        <p:spPr>
          <a:xfrm>
            <a:off x="2810735" y="135347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075627" y="82259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74643" y="551962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6464" y="457949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14253" y="627827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0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4706" y="5217664"/>
            <a:ext cx="480108" cy="480108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iamond 2"/>
          <p:cNvSpPr/>
          <p:nvPr/>
        </p:nvSpPr>
        <p:spPr>
          <a:xfrm>
            <a:off x="3936457" y="6211983"/>
            <a:ext cx="646016" cy="646016"/>
          </a:xfrm>
          <a:prstGeom prst="diamond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xagon 3"/>
          <p:cNvSpPr/>
          <p:nvPr/>
        </p:nvSpPr>
        <p:spPr>
          <a:xfrm>
            <a:off x="224202" y="342761"/>
            <a:ext cx="653145" cy="653145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Hexagon 4"/>
          <p:cNvSpPr/>
          <p:nvPr/>
        </p:nvSpPr>
        <p:spPr>
          <a:xfrm>
            <a:off x="970810" y="410154"/>
            <a:ext cx="566791" cy="56679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66752" y="3211370"/>
            <a:ext cx="335359" cy="335359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11501348" y="4769981"/>
            <a:ext cx="687603" cy="687603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124370" y="5632365"/>
            <a:ext cx="584047" cy="584047"/>
          </a:xfrm>
          <a:prstGeom prst="ellips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228600"/>
            <a:ext cx="34747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183112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▶  핵심 아이디어: 도메인 j의 perplexity가 낮은 모델일수록 다운스트림 벤치마크도 잘 한다면, 그 도메인 데이터는 고품질이다. 이 상관관계를 랭크 기반 계수 γj로 정량화한다.
▶  Single-Index Model: yi = f(⟨θ*, xi⟩ + εi) — 링크 함수 f는 미지의 단조함수, 데이터-손실 관계를 명시적으로 모델링할 필요 없음. Theorem 1이 일관성(consistency)을 보장한다.
▶  160M 파라미터 성능: DSIR 대비 평균 순위 1.750 vs. 4.500, 수작업으로 제작한 fastText 분류기와 동등한 성능을 무감독(unsupervised) 방식으로 달성.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50976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15568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57200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745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Improving Pretraining Data Using Perplexity Correlations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