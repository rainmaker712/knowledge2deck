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Benchmarks Are Not That Out of Distribution: Word Overlap Predicts Performance</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Woojin Chung, Jeonghoon Kim</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26-03-27</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https://arxiv.org/abs/2602.10657</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Benchmarks Are Not That Out of Distribution: Word Overlap Predicts Pe…</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Understanding what constitutes high-quality pre-training data remains a central question in language model training. In this work, we investigate whether benchmark performance is primarily driven by the degree of statistical pattern overlap between pre-training corpora and evaluation datasets. We measure this overlap using word-level unigram cross-entropy and word frequency statistics, and perform controlled experiments across 10 zero-shot benchmarks, 4 pre-training datasets spanning 8.5B to 60B tokens, and model sizes ranging from 400M to 3B parameters. Our results demonstrate a robust inverse relationship between word-level unigram cross-entropy and benchmark performance, suggesting that widely used benchmarks are strongly influenced by word overlap between training and evaluation data. Thus, larger pre-training subsets with similar word-level unigram cross-entropy yield improved downstream results, indicating that word frequency statistics play an additional role in shaping benchmark scores. Taken together, these results suggest that many standard benchmarks are only weakly out-of-distribution relative to pre-training corpora, so that simple word-overlap statistics predict benchmark performance.</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00534" y="41628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7395825" y="24428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415586" y="13476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863632" y="192151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188404" y="3055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4212087" y="13388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469951" y="18133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33904" y="352739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539622" y="61884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31353" y="195753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finds a "robust inverse relationship between word-level unigram cross-entropy and benchmark performance." Why would word-level unigram overlap — a surface-level statistical measure — predict benchmark performance so reliably, and what does this imply about what these benchmarks are actually testing?</a:t>
            </a:r>
          </a:p>
        </p:txBody>
      </p:sp>
      <p:sp>
        <p:nvSpPr>
          <p:cNvPr id="15" name="Parallelogram 14"/>
          <p:cNvSpPr/>
          <p:nvPr/>
        </p:nvSpPr>
        <p:spPr>
          <a:xfrm>
            <a:off x="2504710" y="962373"/>
            <a:ext cx="698047" cy="698047"/>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82230" y="3448014"/>
            <a:ext cx="710018" cy="710018"/>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5867607" y="6269731"/>
            <a:ext cx="588268" cy="588268"/>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726881" y="6158038"/>
            <a:ext cx="694296" cy="69429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066318" y="5833601"/>
            <a:ext cx="435809" cy="435809"/>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6203073" y="127018"/>
            <a:ext cx="564987" cy="56498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rallelogram 20"/>
          <p:cNvSpPr/>
          <p:nvPr/>
        </p:nvSpPr>
        <p:spPr>
          <a:xfrm>
            <a:off x="11374940" y="6118972"/>
            <a:ext cx="468272" cy="468272"/>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76172" y="375186"/>
            <a:ext cx="300658" cy="300658"/>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5480673" y="276669"/>
            <a:ext cx="716309" cy="716309"/>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finds a "robust inverse relationship between word-level unigram cross-entropy and benchma…</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Unigram word overlap predicts benchmark performance reliably because most standard benchmarks share vocabulary, topic distributions, and phrasing patterns with the web-crawled corpora used for pretraining. A model that has seen many tokens similar to the benchmark's surface form can match patterns without requiring deep semantic understanding. This implies that many benchmarks are primarily testing familiarity with text similar to pretraining data — essentially measuring data coverage — rather than reasoning, generalization, or compositional understanding. The finding aligns with broader concerns in the field that benchmark "performance" often conflates genuine capability with memorization or statistical overlap.</a:t>
            </a:r>
          </a:p>
        </p:txBody>
      </p:sp>
      <p:sp>
        <p:nvSpPr>
          <p:cNvPr id="7" name="Oval 6"/>
          <p:cNvSpPr/>
          <p:nvPr/>
        </p:nvSpPr>
        <p:spPr>
          <a:xfrm>
            <a:off x="841289" y="55037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374997" y="87308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98058" y="449884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457295" y="56994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260834" y="143081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study controls for model size (400M to 3B) and pre-training dataset (8.5B to 60B tokens). How do the effects of word overlap interact with scale — does larger training data or a larger model reduce the predictive power of unigram cross-entropy, or does the relationship remain equally strong at all scales tested?</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study controls for model size (400M to 3B) and pre-training dataset (8.5B to 60B tokens). How d…</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Across the model sizes tested (400M–3B) and dataset sizes (8.5B–60B tokens), the word overlap relationship remains robust rather than diminishing. This suggests that scale, at least in the ranges studied, does not reduce the confound — larger models simply exploit overlap more effectively rather than escaping it. The consistent relationship across scales is particularly concerning because it implies that improvements reported when scaling models on standard benchmarks may partially reflect increased overlap with evaluation data rather than genuinely improved reasoning. The paper does not test frontier-scale models, leaving open whether the relationship weakens at trillion-token training scales.</a:t>
            </a:r>
          </a:p>
        </p:txBody>
      </p:sp>
      <p:sp>
        <p:nvSpPr>
          <p:cNvPr id="7" name="Oval 6"/>
          <p:cNvSpPr/>
          <p:nvPr/>
        </p:nvSpPr>
        <p:spPr>
          <a:xfrm>
            <a:off x="1004547" y="36482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If standard benchmarks are "only weakly out-of-distribution relative to pre-training corpora," what are the practical implications for the way the field uses benchmarks to measure generalization? Are there specific benchmark categories (factual, reasoning, multi-step) that are more or less susceptible to this word-overlap confound?</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If standard benchmarks are "only weakly out-of-distribution relative to pre-training corpora," what…</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practical implication is that benchmark scores are partially a measure of pretraining data quality relative to evaluation data rather than pure model capability. Factual recall benchmarks (like TriviaQA or NaturalQuestions) are likely most susceptible since they directly test memorized surface-form associations. Multi-step reasoning benchmarks (like GSM8K) might be somewhat less susceptible, but the paper's finding that 10 diverse zero-shot benchmarks all show the same pattern suggests the confound is pervasive. This undermines the standard practice of using benchmark improvement as evidence of better generalization, especially when comparing models trained on different corpora.</a:t>
            </a:r>
          </a:p>
        </p:txBody>
      </p:sp>
      <p:sp>
        <p:nvSpPr>
          <p:cNvPr id="7" name="Oval 6"/>
          <p:cNvSpPr/>
          <p:nvPr/>
        </p:nvSpPr>
        <p:spPr>
          <a:xfrm>
            <a:off x="4610790" y="1016369"/>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uses "word frequency statistics" as a separate predictor of benchmark scores. How does word frequency interact with unigram cross-entropy — are they measuring the same underlying phenomenon (data overlap), or do they capture complementary aspects of the training-evaluation relationship?</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uses "word frequency statistics" as a separate predictor of benchmark scores. How does wo…</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Word frequency and unigram cross-entropy capture related but complementary signals. Unigram cross-entropy measures how surprised the evaluation text would make a unigram language model trained on the pretraining data — it's a global distributional overlap measure. Word frequency captures token-level familiarity more directly. The paper finds both predict benchmark scores, which suggests they are measuring different facets of the same underlying overlap phenomenon: cross-entropy captures domain-level similarity while word frequency captures token-level familiarity. Together they explain more variance than either alone, supporting the interpretation that overlap operates at multiple granularities.</a:t>
            </a:r>
          </a:p>
        </p:txBody>
      </p:sp>
      <p:sp>
        <p:nvSpPr>
          <p:cNvPr id="7" name="Oval 6"/>
          <p:cNvSpPr/>
          <p:nvPr/>
        </p:nvSpPr>
        <p:spPr>
          <a:xfrm>
            <a:off x="4924984" y="15427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finding suggests that "larger pre-training subsets with similar word-level unigram cross-entropy yield improved downstream results." Does this imply that benchmark improvements from scaling data are partly explained by increased overlap rather than better generalization, and how would you separate these two effects?</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finding suggests that "larger pre-training subsets with similar word-level unigram cross-entrop…</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finding strongly suggests that at least part of the benchmark gains from scaling data are overlap-driven. Larger pretraining subsets with similar unigram cross-entropy to evaluation data consistently score higher, which is hard to explain purely through better generalization. To separate the two effects, one would need benchmarks constructed from sources that provably do not appear in any pretraining corpus, or adversarially filtered to minimize unigram overlap, and then measure whether scaling data still improves performance on those overlap-controlled benchmarks. The paper's methodology provides a framework for this: hold unigram cross-entropy constant and vary other factors.</a:t>
            </a:r>
          </a:p>
        </p:txBody>
      </p:sp>
      <p:sp>
        <p:nvSpPr>
          <p:cNvPr id="7" name="Oval 6"/>
          <p:cNvSpPr/>
          <p:nvPr/>
        </p:nvSpPr>
        <p:spPr>
          <a:xfrm>
            <a:off x="10139045" y="12006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experiments are conducted on 10 zero-shot benchmarks. Would the word-overlap prediction relationship hold for few-shot settings, instruction-following benchmarks, or open-ended generation tasks — and why might the relationship change across these evaluation paradigms?</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experiments are conducted on 10 zero-shot benchmarks. Would the word-overlap prediction relatio…</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relationship would likely weaken for few-shot and instruction-following settings because those tasks introduce in-context demonstrations that shift what the model attends to beyond raw pretraining overlap. Open-ended generation tasks are even less amenable to overlap-based prediction because there is no fixed correct answer to match surface patterns against. However, few-shot benchmarks like MMLU few-shot may still show overlap effects because the evaluation options and phrasing remain fixed regardless of demonstrations. Instruction-following benchmarks evaluated with LLM judges introduce a different confound (judge bias) that could mask or amplify overlap effects.</a:t>
            </a:r>
          </a:p>
        </p:txBody>
      </p:sp>
      <p:sp>
        <p:nvSpPr>
          <p:cNvPr id="7" name="Oval 6"/>
          <p:cNvSpPr/>
          <p:nvPr/>
        </p:nvSpPr>
        <p:spPr>
          <a:xfrm>
            <a:off x="979244" y="2570509"/>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If this result is correct at scale (for frontier models trained on trillions of tokens), it would suggest that widely used benchmarks like MMLU or ARC-Challenge may not be reliable measures of genuine generalization. What would be required to design benchmarks that are truly out-of-distribution relative to all current pretraining corpora?</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If this result is correct at scale (for frontier models trained on trillions of tokens), it would s…</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Designing truly out-of-distribution benchmarks would require: (1) sourcing evaluation content from time periods, domains, or languages underrepresented in current pretraining corpora; (2) constructing problems through compositional combination of concepts that are individually common but rarely co-occur in training data; (3) using adversarial filtering to explicitly minimize unigram and n-gram overlap with known pretraining datasets; and (4) including novel symbolic or formal reasoning tasks where surface-form overlap is logically irrelevant to correctness. The challenge is that as pretraining corpora grow to cover essentially all digitized human knowledge, it becomes structurally impossible to source natural-language benchmarks that are truly OOD — pointing toward formal, programmatic, or continuously refreshed evaluation as the only durable solutions.</a:t>
            </a:r>
          </a:p>
        </p:txBody>
      </p:sp>
      <p:sp>
        <p:nvSpPr>
          <p:cNvPr id="7" name="Oval 6"/>
          <p:cNvSpPr/>
          <p:nvPr/>
        </p:nvSpPr>
        <p:spPr>
          <a:xfrm>
            <a:off x="174124" y="197432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Pentagon 1"/>
          <p:cNvSpPr/>
          <p:nvPr/>
        </p:nvSpPr>
        <p:spPr>
          <a:xfrm>
            <a:off x="4783784" y="873860"/>
            <a:ext cx="276942" cy="276942"/>
          </a:xfrm>
          <a:prstGeom prst="homePlat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903296" y="220743"/>
            <a:ext cx="456033" cy="456033"/>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636872" y="265207"/>
            <a:ext cx="379113" cy="379113"/>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611110" y="4577622"/>
            <a:ext cx="669330" cy="669330"/>
          </a:xfrm>
          <a:prstGeom prst="parallelogram">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56064" y="755001"/>
            <a:ext cx="685853" cy="685853"/>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30537" y="6523345"/>
            <a:ext cx="334654" cy="334654"/>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618920" y="2181194"/>
            <a:ext cx="570031" cy="57003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0070" y="122609"/>
            <a:ext cx="353367" cy="353367"/>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1" name="TextBox 10"/>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Understanding what constitutes high-quality pre-training data remains a central question in language model training. In this work, we investigate whether benchmark performance is primarily driven by the degree of statistical pattern overlap between pre-training corpora and evaluation datasets. We m…</a:t>
            </a:r>
          </a:p>
        </p:txBody>
      </p:sp>
      <p:sp>
        <p:nvSpPr>
          <p:cNvPr id="12" name="Rectangle 11"/>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4" name="TextBox 23"/>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Benchmarks Are Not That Out of Distribution: Word Overlap 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