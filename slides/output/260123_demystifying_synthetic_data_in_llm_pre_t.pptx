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Demystifying Synthetic Data in LLM Pre-training: A Systematic Study of Scaling Laws, Benefits, and Pitfalls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Feiyang Kang, Newsha Ardalani, Michael Kuchnik, Youssef Emad, Mostafa Elhoushi, Shubhabrata Sengupta, Shang-Wen Li, Ramya Raghavendra, Ruoxi Jia, Carole-Jean Wu</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26-01-23</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https://arxiv.org/abs/2510.01631</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Demystifying Synthetic Data in LLM Pre-training: A Systematic Study o…</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Training data plays a crucial role in Large Language Models (LLM) scaling, yet high quality data is of limited supply. Synthetic data techniques offer a potential path toward sidestepping these limitations. We conduct a large-scale empirical investigation (&gt;1000 LLMs with &gt;100k GPU hours) using a unified protocol and scaling laws, comparing natural web data, diverse synthetic types (rephrased text, generated textbooks), and mixtures of natural and synthetic data. Specifically, we found pre-training on rephrased synthetic data \textit{alone} is not faster than pre-training on natural web texts; while pre-training on 1/3 rephrased synthetic data mixed with 2/3 natural web texts can speed up 5-10x (to reach the same validation loss) at larger data budgets. Pre-training on textbook-style synthetic data \textit{alone} results in notably higher loss on many downstream domains especially at small data budgets. "Good" ratios of synthetic data in training data mixtures depend on the model size and data budget, empirically converging to ~30% for rephrased synthetic data. Larger generator models do not necessarily yield better pre-training data than ~8B-param models. These results contribute mixed evidence on "model collapse" during large-scale single-round (n=1) model training on synthetic data--training on rephrased synthetic data shows no degradation in performance in foreseeable scales whereas training on mixtures of textbook-style pure-generated synthetic data shows patterns predicted by "model collapse". Our work demystifies synthetic data in pre-training, validates its conditional benefits, and offers practical guidance.</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finds that rephrased synthetic data alone is not faster than natural web data for pre-training, but a 1:2 mixture (synthetic:natural) speeds up training 5-10x. What mechanism explains why mixing outperforms either source alone — is it diversity, distribution matching, or something else?</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finds that rephrased synthetic data alone is not faster than natural web data for pre-tra…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5-10x speedup from the 1:2 synthetic-to-natural mixture likely arises from a distribution complementarity effect: rephrased synthetic data provides cleaner, more densely informative versions of natural web text (removing noise, improving sentence structure), while natural web data provides the breadth and domain diversity that prevents distributional narrowing. Neither alone is optimal because pure synthetic data lacks domain coverage and natural web data has noise and redundancy that slows convergence. The mixture allows the model to converge faster toward high-quality representations (from synthetic) while maintaining exposure to the full natural language distribution (from web data). This is analogous to curriculum mixing in learning: the synthetic component provides a higher signal-to-noise ratio that accelerates learning in domains where it is available, while natural data prevents the model from overfitting to the rephrasing style.</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Why does textbook-style synthetic data show "notably higher loss on many downstream domains" compared to rephrased synthetic data? What structural differences between these two synthetic data types lead to this divergence in generalization behavior?</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Why does textbook-style synthetic data show "notably higher loss on many downstream domains" compar…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Textbook-style synthetic data is generated from scratch according to an educational or informational format that emphasizes coverage of specific topics in a structured, pedagogical style. This format is systematically different from the diverse writing styles, discourse structures, and domain distributions found in natural web text — the model trained on textbooks learns representations calibrated to that structured format, which do not transfer as well to natural language tasks in uncovered domains. Rephrased synthetic data, in contrast, starts from real web documents and preserves their domain and topical distribution; only the surface form is changed, so the underlying semantic and distributional properties remain close to natural text. The divergence in generalization behavior reveals that content/topic distribution is more important than surface quality for broad downstream performance.</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optimal ratio of synthetic data empirically converges to ~30% regardless of model size and data budget. Does this suggest a fundamental constraint in how much synthetic data a model can productively learn from, or is this ratio likely to shift as generation quality improves?</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optimal ratio of synthetic data empirically converges to ~30% regardless of model size and data…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~30% convergence of optimal synthetic ratio may reflect a fundamental constraint related to the representational coverage of the rephrased synthetic data relative to the full natural text distribution. At 30%, the synthetic data improves the training signal without overwhelmingly biasing the model toward the synthetic data's stylistic properties. However, this ratio is likely to shift as generation quality improves: higher-quality generators that better preserve topical and stylistic diversity of the original data could support higher mixing ratios without degrading generalization. The paper's finding that &gt;8B generators don't improve data quality suggests the current constraint is more about the rephrasing methodology than raw generator capability, implying the 30% limit could be overcome by better rephrasing strategies rather than simply scaling the generator.</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finding that larger generator models (&gt;8B parameters) do not produce better pre-training data is surprising. What does this imply about the bottleneck in synthetic data quality — is it the generator's capability, the rephrasing process itself, or the alignment between synthetic and natural text distributions?</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finding that larger generator models (&gt;8B parameters) do not produce better pre-training data 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finding that generators beyond ~8B parameters do not produce better pre-training data implies that the bottleneck is not the generator's general language capability but rather something intrinsic to the rephrasing task and its relationship to pre-training utility. Possible explanations include: (a) rephrasing quality saturates relatively early because high-quality rephrasing only requires local sentence-level fluency and clarity, not complex reasoning; (b) larger generators may introduce their own stylistic biases or hallucinations that contaminate the data in ways that are hard to detect but harmful to pre-training; (c) the relationship between generator quality (as measured by MMLU or reasoning benchmarks) and data quality for pre-training is weak because pre-training benefits most from distributional coverage rather than high-level reasoning in individual examples.</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distinguishes between "model collapse" behavior in textbook-style vs. rephrased synthetic data under single-round (n=1) training. What specific patterns indicate model collapse in the textbook condition, and why does rephrasing appear to avoid this at foreseeable scales?</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distinguishes between "model collapse" behavior in textbook-style vs. rephrased synthetic…</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Model collapse in the textbook condition manifests as progressive narrowing of the model's output distribution: as more textbook-style data is added, the model assigns increasingly high probability to textbook-style phrasings and loses probability mass on natural language patterns not represented in the textbook distribution. Empirically, this shows up as rising validation loss on held-out natural web data even as training loss continues to decrease, and as degraded performance on downstream tasks that rely on natural language patterns. Rephrasing avoids this because it preserves the source distribution of natural web text — the rephrased text retains the domain and topical diversity of the web, so the model's probability distribution does not narrow toward a specific style. The collapse pattern in the textbook condition supports the theoretical prediction from model collapse literature that self-generated data without diversity injection causes distributional collapse.</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study uses &gt;1000 LLMs and &gt;100k GPU hours to derive its findings. How confident should we be that the ~30% optimal ratio and 5-10x speedup results will hold when scaling to trillion-token training runs with state-of-the-art base models?</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study uses &gt;1000 LLMs and &gt;100k GPU hours to derive its findings. How confident should we be th…</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generalizability to trillion-token training runs with state-of-the-art models is uncertain for several reasons. The study uses models up to a certain scale, and the optimal ratio may continue to shift with model size (the paper notes it "empirically converges" but this is within their experimental range). The 5-10x speedup is measured in terms of reaching the same validation loss, but at trillion-token scales, the relevant regime may be beyond the point where synthetic data provides marginal benefit — the natural web data supply may be sufficient to drive training without relying on synthetic acceleration. Additionally, the paper's base models and web data quality may differ from state-of-the-art pre-training pipelines, making direct quantitative transfer uncertain. The qualitative conclusion (mix is better than either alone, ~30% is a reasonable starting point) is likely robust, but exact numbers should be validated at scale.</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does this research imply for data flywheel strategies where models are continuously trained on data generated by earlier versions of themselves? Under what conditions would iterative self-distillation be safe vs. risk model collapse?</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does this research imply for data flywheel strategies where models are continuously trained on…</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research's findings on single-round (n=1) training suggest that iterative self-distillation is relatively safe when: (a) the synthetic data generation involves rephrasing/paraphrasing of diverse natural data rather than generating entirely new content; (b) the training mixture always includes a substantial proportion of original natural data (the paper suggests ~70%) to anchor the distribution; and (c) the generation model is not significantly larger or more powerful than the student, preventing it from introducing stylistic biases that compound across iterations. Model collapse risk increases when the data flywheel uses textbook-style generation (creating new content rather than rephrasing), when the natural data anchor is removed or diminished across iterations, or when the same model generates data for its own next version (a closed loop without fresh natural data injection). The paper's n=1 finding provides limited evidence about multi-round dynamics, but the mechanisms it identifies suggest that maintaining a fixed natural data anchor across all generations is the most important safeguard.</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Training data plays a crucial role in Large Language Models (LLM) scaling, yet high quality data is of limited supply. Synthetic data techniques offer a potential path toward sidestepping these limitations. We conduct a large-scale empirical investigation (&gt;1000 LLMs with &gt;100k GPU hours) using a u…</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Demystifying Synthetic Data in LLM Pre-training: A Systemat…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