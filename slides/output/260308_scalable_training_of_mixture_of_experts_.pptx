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Scalable Training of Mixture-of-Experts Models with Megatron Core</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Zijie Yang, Juney Liu, Jiayi Liu et al. (NVIDIA, 45 authors)</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26-03-08</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https://arxiv.org/abs/2603.07685</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Scalable Training of Mixture-of-Experts Models with Megatron Core</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This technical report addresses the fundamental systems challenges in scaling MoE model training. MoE's sparsity creates a "parameter-compute mismatch" where total parameters grow much faster than per-token computation, coupling constraints across memory, communication, and compute that don't exist in dense models. The framework resolves these through integrated optimizations — fine-grained recomputation and offloading for memory, DeepEP/HybridEP dispatchers for communication, and Grouped GEMM/CUDA Graphs for compute — achieving 1,233 TFLOPS/GPU for DeepSeek-V3-685B on GB300 and 974 TFLOPS/GPU for Qwen3-235B on GB200.</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The Three Walls Framework: Every MoE scaling decision must be evaluated against three simultaneous constraints: (1) Memory Wall — all E experts' parameters, gradients, and optimizer states must fit in memory despite only K activating per token; (2) Communication Wall — all-to-all collectives for token routing grow with EP degree while per-token compute stays small; (3) Compute Efficiency Wall — small expert GEMMs severely underutilize GPU hardware, with routing overhead adding ~9% latency even after optimization.</a:t>
            </a:r>
          </a:p>
          <a:p>
            <a:pPr algn="l">
              <a:spcBef>
                <a:spcPts val="600"/>
              </a:spcBef>
            </a:pPr>
            <a:r>
              <a:rPr sz="2000" b="0">
                <a:solidFill>
                  <a:srgbClr val="FFFFFF"/>
                </a:solidFill>
                <a:latin typeface="Arial"/>
              </a:rPr>
              <a:t>▶  Parallel Folding — Breaking EP Constraints: The key parallelism innovation decouples attention and MoE layer parallelism configurations. Traditional approaches constrain Expert Parallelism ≤ Data Parallelism; Parallel Folding breaks this, enabling flexible EP degrees tailored per-architecture and per-hardware topology.</a:t>
            </a:r>
          </a:p>
          <a:p>
            <a:pPr algn="l">
              <a:spcBef>
                <a:spcPts val="600"/>
              </a:spcBef>
            </a:pPr>
            <a:r>
              <a:rPr sz="2000" b="0">
                <a:solidFill>
                  <a:srgbClr val="FFFFFF"/>
                </a:solidFill>
                <a:latin typeface="Arial"/>
              </a:rPr>
              <a:t>▶  Communication is the Bottleneck: Unoptimized all-to-all can consume up to 60% of total training time for architectures like DeepSeek-V3. The optimized dispatcher (DeepEP/HybridEP) with communication-computation overlap is the highest-leverage fix.</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Reduced Precision Hits All Three Walls at Once: FP8/FP4 training simultaneously reduces activation memory, halves communication volume, and accelerates tensor ops via hardware support. This is why native low-precision pretraining (like NVFP4 in Nemotron 3 Super) is worth the complexity.</a:t>
            </a:r>
          </a:p>
          <a:p>
            <a:pPr algn="l">
              <a:spcBef>
                <a:spcPts val="600"/>
              </a:spcBef>
            </a:pPr>
            <a:r>
              <a:rPr sz="2000" b="0">
                <a:solidFill>
                  <a:srgbClr val="FFFFFF"/>
                </a:solidFill>
                <a:latin typeface="Arial"/>
              </a:rPr>
              <a:t>▶  Compute Profile Shift in MoE: In dense models, GEMMs account for ~70% of execution time (Llama-405B). In MoE models, this drops to under 50% (DeepSeek-V3). The optimization target fundamentally shifts from compute to routing and communication.</a:t>
            </a:r>
          </a:p>
          <a:p>
            <a:pPr algn="l">
              <a:spcBef>
                <a:spcPts val="600"/>
              </a:spcBef>
            </a:pPr>
            <a:r>
              <a:rPr sz="2000" b="0">
                <a:solidFill>
                  <a:srgbClr val="FFFFFF"/>
                </a:solidFill>
                <a:latin typeface="Arial"/>
              </a:rPr>
              <a:t>▶  Key Benchmarks: DeepSeek-V3-685B → 1,233/1,048 TFLOPS/GPU (GB300/GB200); Qwen3-235B → 974/919 TFLOPS/GPU (GB200/H100). Both validated at cluster scale across thousands of GPUs.</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describes a "parameter-compute mismatch" as the root cause of MoE scaling challenges. How does this mismatch specifically manifest when comparing memory requirements, communication patterns, and compute utilization between dense models and MoE models of equivalent total parameter counts?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describes a "parameter-compute mismatch" as the root cause of MoE scaling challenges. How…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In a dense model, parameters, compute, and memory scale together: doubling parameters approximately doubles both per-token FLOPs and memory. In an MoE model, the parameter-compute mismatch manifests because only K of E experts activate per token: total parameters scale with E (all experts must be stored in memory), but per-token compute scales only with K (only K experts execute). Memory is therefore proportional to E while FLOPs are proportional to K, creating a situation where memory requirements (and thus inter-device communication for expert parameters) grow much faster than compute justifies. The communication pattern is also qualitatively different: token routing requires all-to-all collectives to dispatch each token to its assigned experts across the cluster, which doesn't exist in dense models, and this routing overhead adds fixed latency regardless of the compute being done.</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Parallel Folding decouples attention and MoE layer parallelism configurations, breaking the constraint that Expert Parallelism ≤ Data Parallelism. What system-level trade-offs does this introduce, and under what hardware topology conditions does this decoupling provide the most benefit?</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Parallel Folding decouples attention and MoE layer parallelism configurations, breaking the constra…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Traditional parallelism strategies constrain EP ≤ DP because expert parameters must be synchronized across data-parallel ranks — if EP exceeds DP, the synchronization overhead becomes unmanageable. Parallel Folding decouples this by maintaining separate parallelism configurations for attention layers (which are compute-heavy and benefit from tensor parallelism) and MoE layers (which benefit from high EP to distribute expert memory). The trade-offs include increased implementation complexity (different activations must be transposed between parallelism modes at layer boundaries) and potential synchronization overhead at the transition points. This decoupling provides the most benefit on interconnect-rich hardware topologies (e.g., NVLink + InfiniBand hierarchies) where high EP degrees can be supported without starving attention computation of bandwidth.</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states that unoptimized all-to-all communication can consume up to 60% of total training time for DeepSeek-V3. What is the mechanism by which the DeepEP/HybridEP dispatcher with communication-computation overlap achieves its efficiency gains, and what are the remaining bottlenecks after this optimization?</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states that unoptimized all-to-all communication can consume up to 60% of total training…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DeepEP/HybridEP dispatcher achieves efficiency by overlapping the all-to-all communication with computation from adjacent layers. Instead of blocking computation until routing is complete, the dispatcher begins communicating token-to-expert assignments asynchronously while the GPU continues computing on already-routed tokens. The "Hybrid" variant additionally partitions tokens such that some subset routes locally (within the node, via NVLink) while a smaller subset routes across nodes (via InfiniBand), reducing the volume of cross-node all-to-all traffic. Remaining bottlenecks after this optimization include: the residual synchronization required before the output of expert computation can be aggregated (a reverse all-to-all that cannot be fully overlapped), and the Grouped GEMM fragmentation problem where small expert batch sizes underutilize GPU tensor cores despite the routing overhead reduction.</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In dense models, GEMMs account for ~70% of execution time, but this drops below 50% in MoE models. What implications does this compute profile shift have for hardware co-design and for practitioners choosing between dense and MoE architectures for a given workload?</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In dense models, GEMMs account for ~70% of execution time, but this drops below 50% in MoE models.…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shift of MoE models' execution time profile from GEMM-dominated to routing/communication-dominated has significant hardware co-design implications. Traditional GPU optimization focuses on tensor core throughput (for GEMM), but MoE models place more value on all-to-all bandwidth, low-latency inter-device communication, and the ability to efficiently handle variable-sized small GEMM operations. For hardware, this motivates investment in higher-bandwidth NVLink/InfiniBand, specialized dispatching hardware, and more flexible GEMM engines that efficiently handle small matrices. For practitioners choosing between architectures, this implies that MoE models are most efficiently run on hardware with strong inter-GPU interconnects (where the communication bottleneck is less severe), while dense models can extract more value from raw compute throughput even with less connected hardware.</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ECHO (Elastic Cloning for Hot Experts) addresses load imbalance without token dropping. How does this approach compare to auxiliary load-balancing losses used during training, and what are the limitations of each approach at scale?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ECHO (Elastic Cloning for Hot Experts) addresses load imbalance without token dropping. How does th…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ECHO (Elastic Cloning for Hot Experts) addresses load imbalance by dynamically replicating overloaded experts across additional GPUs, allowing more capacity for popular experts without dropping tokens. Auxiliary load-balancing losses (added to the training objective to penalize non-uniform expert utilization) work by reshaping the learned routing distribution during training, but they create a tension with task performance: a perfectly balanced routing may not be the most capable routing. ECHO's approach is purely systemic and does not interfere with the learned routing distribution, making it preferable for maintaining model quality. However, ECHO adds complexity (dynamic memory allocation, synchronization of cloned expert weights) and has limits at scale: if one expert is extremely popular, creating enough replicas to serve it may still be infeasible within memory constraints, and cloning adds communication overhead during the cloning event itself.</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framework achieves 1,233 TFLOPS/GPU for DeepSeek-V3-685B on GB300. To what extent are these benchmarks transferable to non-NVIDIA hardware or alternative communication fabrics, and what aspects of the optimization are most hardware-specific?</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framework achieves 1,233 TFLOPS/GPU for DeepSeek-V3-685B on GB300. To what extent are these ben…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1,233 TFLOPS/GPU benchmark is achieved on NVIDIA GB300 hardware with NVLink interconnects, and significant portions of the optimization are hardware-specific. The DeepEP dispatcher is tuned for NVLink bandwidth and latency characteristics; on AMD hardware or CPUs with different interconnects (e.g., Ethernet-based NVLink alternatives), the communication overlap strategy would need to be re-tuned and might achieve different efficiency ratios. CUDA Graphs and Grouped GEMM implementations are CUDA-specific. The architectural principles (Parallel Folding, the three-walls framework) are hardware-agnostic and transferable in concept, but the specific performance numbers are primarily valid as a reference for similar hardware. Practitioners using alternative hardware would need to profile their own systems to determine whether the relative priority of each optimization (communication, compute, memory) is the same.</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integrates support for RL post-training with variable sequence lengths and online weight export. What new challenges does RL post-training introduce into the three-walls framework (memory, communication, compute), and how does Megatron Core's architecture address them compared to standard SFT?</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integrates support for RL post-training with variable sequence lengths and online weight…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RL post-training introduces several new challenges beyond SFT. On the memory wall: RL requires storing rollout trajectories, reward model outputs, and potentially multiple reference model copies simultaneously, greatly increasing memory pressure beyond what SFT requires. On the communication wall: online rollout generation requires frequently exporting the training model's weights to the inference engine (Megatron-Bridge handles this), which adds periodic high-bandwidth weight-transfer events not present in SFT. On the compute wall: variable sequence lengths in RL rollouts (responses of unpredictable length) create irregular GEMM sizes that underutilize tensor cores, worsening the compute efficiency problem. Megatron Core addresses these by supporting sequence-length-bucketed batching to normalize GEMM sizes, efficient weight export via Megatron-Bridge without full model serialization, and memory-efficient rollout storage via activation checkpointing with RL-aware granularity.</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The Three Walls Framework: Every MoE scaling decision must be evaluated against three simultaneous constraints: (1) Memory Wall — all E experts' parameters, gradients, and optimizer states must fit in memory despite only K activating per token; (2) Communication Wall — all-to-all collectives for token routing grow with EP degree while per-token compute stays small; (3) Compute Efficiency Wall — small expert GEMMs severely underutilize GPU hardware, with routing overhead adding ~9% latency even after optimization.
▶  Parallel Folding — Breaking EP Constraints: The key parallelism innovation decouples attention and MoE layer parallelism configurations. Traditional approaches constrain Expert Parallelism ≤ Data Parallelism; Parallel Folding breaks this, enabling flexible EP degrees tailored per-architecture and per-hardware topology.
▶  Communication is the Bottleneck: Unoptimized all-to-all can consume up to 60% of total training time for architectures like DeepSeek-V3. The optimized dispatcher (DeepEP/HybridEP) with communication-computation overlap is the highest-leverage fix.</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Scalable Training of Mixture-of-Experts Models with Megatro…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