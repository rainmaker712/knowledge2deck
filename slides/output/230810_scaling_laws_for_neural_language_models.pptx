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Scaling Laws for Neural Language Models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Jared Kaplan, Sam McCandlish, Tom Henighan, Tom B. Brown, Benjamin Chess, Rewon Child, Scott Gray, Alec Radford, Jeffrey Wu, Dario Amodei</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23-08-10</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https://arxiv.org/abs/2001.08361</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Scaling Laws for Neural Language Models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We study empirical scaling laws for language model performance on the cross-entropy loss. The loss scales as a power-law with model size, dataset size, and the amount of compute used for training, with some trends spanning more than seven orders of magnitude. Other architectural details such as network width or depth have minimal effects within a wide range. Simple equations govern the dependence of overfitting on model/dataset size and the dependence of training speed on model size. These relationships allow us to determine the optimal allocation of a fixed compute budget. Larger models are significantly more sample-efficient, such that optimally compute-efficient training involves training very large models on a relatively modest amount of data and stopping significantly before convergence.</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finds that loss scales as a power-law with model size, dataset size, and compute. Why is the power-law relationship significant rather than, say, a linear or logarithmic one, and what does it imply about the diminishing returns of scaling each factor?</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finds that loss scales as a power-law with model size, dataset size, and compute. Why is…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power-law relationship is significant because it implies a consistent, predictable rate of improvement per unit of additional resource across many orders of magnitude — unlike a linear relationship (which would imply constant absolute gains) or a logarithmic one (which would suggest rapidly diminishing returns). Specifically, if loss L scales as N^(-α) with model size N, the exponent α tells you how aggressively loss improves with scale, and crucially this rate stays constant on a log-log plot. The practical implication is that there are diminishing returns for each individual factor — doubling model size does not halve the loss — but the returns are predictable and smooth, meaning you can extrapolate performance at unprecedented scales from small-scale experiments, which is the core practical value the paper establishes.</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authors conclude that larger models are more sample-efficient and that optimal training stops significantly before convergence. Why does early stopping before convergence make sense from a compute-efficiency perspective, and under what practical deployment conditions might you still want to train to convergence?</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authors conclude that larger models are more sample-efficient and that optimal training stops 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Early stopping before convergence makes sense from a compute-efficiency perspective because a larger model at an earlier training step can achieve the same loss as a smaller fully-converged model, but at a fraction of the total training FLOPs. The scaling laws show that the "efficient frontier" of compute allocation favors fewer training steps on larger models: the marginal improvement per extra step decreases as the model learns more, while a larger model extracts more value from each step early in training. However, in deployment scenarios where inference cost dominates — e.g., when a model will serve billions of queries — training a smaller model to convergence may be preferable because inference FLOPs per query are fixed by model size, and a smaller fully-trained model can match a larger undertrained one at lower serving cost. This trade-off was later made explicit in the Chinchilla analysis.</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reports that architectural details like network width or depth have minimal effects over a wide range. What does this suggest about where practitioners should focus their search during model design, and are there any scenarios where architecture choices would still matter significantly?</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reports that architectural details like network width or depth have minimal effects over…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finding that architecture details like width and depth have minimal effect suggests that practitioners should focus their design effort on scale (total parameter count and compute budget) rather than on fine-grained architectural search within a size class. The architecture-agnostic nature of the scaling laws means that, within transformer-like designs, most of the outcome is determined by N, D, and C rather than layer count ratios or attention head configurations. That said, architecture choices can still matter significantly in at least two scenarios: (a) when memory or latency constraints require specific shapes (e.g., depth-limited models for pipeline parallelism), and (b) when architectural innovations fundamentally change the compute-per-parameter relationship, such as mixture-of-experts or linear attention, which can shift the effective scaling exponents themselves.</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scaling laws span more than seven orders of magnitude. What assumptions or conditions must hold for empirical power-law relationships to remain valid across such an extreme range, and what could cause them to break down at very large or very small scales?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scaling laws span more than seven orders of magnitude. What assumptions or conditions must hold…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For power-law relationships to hold across seven-plus orders of magnitude, the underlying process must lack characteristic scales (i.e., no natural "saturation point" or "threshold" within the observed range), the training procedure must remain stationary (same optimizer, data distribution, loss function), and the architecture family must remain consistent. These laws could break down at very small scales if the model lacks sufficient capacity to learn basic patterns (below some minimum viable size), at very large scales if data becomes a bottleneck and the token distribution is exhausted, if qualitatively new behaviors emerge that alter the loss landscape (e.g., in-context learning or chain-of-thought reasoning), or if hardware constraints force changes in training recipes (e.g., batch size ceilings that alter the noise scale).</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this paper's finding that "optimal compute-efficient training involves training very large models on a relatively modest amount of data" conflict with or complement the later Chinchilla paper's recommendation, and what additional variable did Chinchilla identify that this work underweighted?</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this paper's finding that "optimal compute-efficient training involves training very large…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Kaplan et al. paper concluded that under a fixed compute budget, it is optimal to train very large models for relatively fewer steps — prioritizing model size over data quantity. The Chinchilla paper (Hoffmann et al., 2022) later identified that Kaplan et al. underweighted the role of the number of training tokens: under a truly compute-optimal regime where both model size and token count are jointly optimized, the optimal token count scales proportionally with model size (roughly 20 tokens per parameter). The key variable Chinchilla identified was the learning rate schedule sensitivity and the proper joint optimization of N and D simultaneously, rather than treating model size as the dominant lever. In practice, Chinchilla showed that many large models at the time (including GPT-3) were undertrained relative to their parameter count, conflicting with Kaplan's prescription.</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derives equations governing overfitting as a function of model and dataset size ratio. How would you use these equations in practice to decide whether to acquire more data versus increasing model size, given a fixed inference budget rather than a fixed training compute budget?</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derives equations governing overfitting as a function of model and dataset size ratio. Ho…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overfitting equations in the paper describe how the gap between training and test loss grows as a function of the ratio of model parameters to training tokens. To use these in practice under a fixed inference budget: since inference cost is dominated by model size (N), you have a ceiling on N. Given that N, you can use the overfitting equations to estimate the minimum dataset size D needed to avoid significant overfitting, which gives the minimum data requirement. If you have less data than that threshold, acquiring more data yields loss reductions without requiring a larger (more expensive-to-serve) model. If you already have sufficient data for your model size, increasing model size is blocked by inference budget, so the priority shifts to data quality or continued pretraining on higher-quality subsets rather than raw data volume.</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key limitations of using cross-entropy loss as the primary metric for studying scaling laws, particularly when the goal is to understand downstream task performance, reasoning ability, or capabilities that may emerge discontinuously?</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key limitations of using cross-entropy loss as the primary metric for studying scaling…</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Cross-entropy loss on next-token prediction has several important limitations as a scaling metric. First, it is a proxy metric: reductions in cross-entropy do not map linearly or even monotonically to improvements on all downstream tasks, especially those requiring multi-step reasoning, factual recall, or structured output. Second, some important capabilities appear to emerge discontinuously (so-called "emergent abilities") — they are near-zero below a threshold model size and then jump sharply — which a smooth power-law in loss would not predict or explain. Third, cross-entropy is averaged uniformly over tokens, which means improvements in predicting common tokens (function words, punctuation) are weighted equally with improvements on rare knowledge-bearing tokens, potentially obscuring where genuine capability gains occur. Fourth, the loss is measured on held-out pretraining data drawn from the same distribution, so it does not capture generalization to out-of-distribution tasks or robustness, which are often the quantities practitioners care most about.</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We study empirical scaling laws for language model performance on the cross-entropy loss. The loss scales as a power-law with model size, dataset size, and the amount of compute used for training, with some trends spanning more than seven orders of magnitude. Other architectural details such as net…</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Scaling Laws for Neural Language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