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Nanbeige4-3B Technical Report: Exploring the Frontier of Small Language Models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Chen Yang, Guangyue Peng, Jiaying Zhu, Ran Le, Ruixiang Feng, Tao Zhang, Wei Ruan, Xiaoqi Liu, Xiaoxue Cheng, Xiyun Xu, Yang Song, Yanzipeng Gao, Yiming Jia, Yun Xing, Yuntao Wen, Zekai Wang, Zhenwei An, Zhicong Sun, Zongchao Chen</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26-03-05</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https://arxiv.org/abs/2512.06266</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Nanbeige4-3B Technical Report: Exploring the Frontier of Small Langua…</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We present Nanbeige4-3B, a family of small-scale but high-performing language models. Pretrained on 23T high-quality tokens and finetuned on over 30 million diverse instructions, we extend the boundary of the scaling law for small language models. In pre-training, we design a Fine-Grained Warmup-Stable-Decay (FG-WSD) training scheduler, which progressively refines data mixtures across stages to boost model performance. In post-training, to improve the quality of the SFT data, we design a joint mechanism that integrates deliberative generation refinement and chain-of-thought reconstruction, yielding substantial gains on complex tasks. Following SFT, we employ our flagship reasoning model to distill Nanbeige4-3B through our proposed Dual Preference Distillation (DPD) method, which leads to further performance gains. Finally, a multi-stage reinforcement learning phase was applied, leveraging verifiable rewards and preference modeling to strengthen abilities on both reasoning and human alignment. Extensive evaluations show that Nanbeige4-3B not only significantly outperforms models of comparable parameter scale but also rivals much larger models across a wide range of benchmarks. The model checkpoints are available at this https URL.</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Nanbeige4-3B is pretrained on 23T tokens, which is significantly more than standard compute-optimal token counts for a 3B model according to Chinchilla scaling laws. What does training a small model on far more tokens than "optimal" achieve, and does this represent a deliberate departure from compute-optimal training toward inference-optimal training?</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Nanbeige4-3B is pretrained on 23T tokens, which is significantly more than standard compute-optimal…</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Training a 3B model on 23T tokens is a deliberate departure from compute-optimal training toward inference-optimal training. The Chinchilla-optimal token count for a 3B model is roughly 60B tokens — training on 23T is approximately 380x more than compute-optimal. This approach accepts much higher training cost to produce a model that is maximally capable per parameter, which directly reduces inference cost per query. For a small model intended for widespread deployment on consumer hardware or edge devices, the inference savings over millions of queries can far exceed the additional training expense. The trade-off is that the 23T training budget could have alternatively trained a ~400B-parameter Chinchilla-optimal model, which would likely perform better on complex tasks requiring deep reasoning or broad knowledge.</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Fine-Grained Warmup-Stable-Decay (FG-WSD) scheduler "progressively refines data mixtures across stages." How does this differ from a fixed data mixture throughout training, and what specific properties of the data mixture are being refined — quality thresholds, domain ratios, or sequence length distributions?</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Fine-Grained Warmup-Stable-Decay (FG-WSD) scheduler "progressively refines data mixtures across…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FG-WSD differs from a fixed data mixture by dynamically adjusting the composition of training data at each stage of the warmup-stable-decay schedule. In the warmup phase, the model typically sees a balanced broad mixture to initialize representations. During the stable phase, the mixture can shift toward higher-quality or task-specific data as the model's representations mature. In the decay phase (where the learning rate drops), the data typically becomes the highest-quality and most representative of evaluation distributions, acting as a final "polish." The specific properties being refined likely include quality score thresholds (gradually tightening quality requirements), domain ratios (shifting from general web toward code, math, or instruction-following data), and possibly sequence length distributions to expose the model to longer contexts later in training when capacity for long-range dependencies is established.</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"Dual Preference Distillation" (DPD) method distills from a flagship reasoning model. What makes this approach "dual" — does it use both positive and negative preference pairs, distill from two teacher models, or optimize two separate objectives? How does DPD differ from standard DPO or RLHF?</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"Dual Preference Distillation" (DPD) method distills from a flagship reasoning model. What make…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DPD is "dual" most likely in the sense that it uses both a positive preference signal (outputs from the flagship reasoning model that are correct or preferred) and negative signal (outputs that are wrong or less preferred), creating paired preference data for training via a DPO-style objective. The key difference from standard DPO is that the teacher model (the flagship reasoning model) actively generates the preference pairs rather than using pre-existing human preference annotations, and the student model is explicitly learning to replicate the teacher's reasoning quality rather than simply optimizing against human preferences. This allows the distillation to target specific reasoning capabilities of the larger model that may not be well-represented in general human preference data.</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post-training pipeline combines deliberative generation refinement with chain-of-thought reconstruction for SFT data quality. What specific artifacts or errors in naive SFT data does each of these techniques address, and could they conflict with each other?</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post-training pipeline combines deliberative generation refinement with chain-of-thought recons…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Deliberative generation refinement likely targets quality issues in the original SFT responses: hallucinated facts, logical inconsistencies, incomplete reasoning steps, or poorly formatted answers. It works by iteratively refining an initial draft response through a quality evaluation step. Chain-of-thought reconstruction targets the reasoning structure specifically: it takes a final answer and reconstructs the intermediate reasoning steps, ensuring the CoT is coherent and accurately leads to the correct answer. Potential conflicts arise when deliberative refinement changes the final answer in ways that make the originally reconstructed CoT no longer valid, requiring multiple rounds of reconstruction; however, in practice these can be pipelined so that CoT reconstruction follows after deliberative refinement has stabilized the answer.</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model uses "verifiable rewards" in its RL phase alongside preference modeling. What types of tasks provide verifiable rewards at the 3B scale, and how does the balance between verifiable (objective) and preference-based (subjective) reward signals affect the model's final behavior?</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model uses "verifiable rewards" in its RL phase alongside preference modeling. What types of ta…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At the 3B scale, verifiable rewards primarily come from tasks with deterministic correct answers: math problems (where the numerical answer can be checked), code execution (where tests pass or fail), and formal reasoning tasks (where logical validity can be verified). The balance between verifiable and preference-based rewards matters because verifiable rewards provide precise, high-signal feedback for capability improvement while preference rewards cover the broader space of helpfulness, safety, and style that cannot be automatically verified. For a 3B model, over-relying on verifiable rewards during RL risks producing a model that performs well on narrow verifiable tasks but lacks the broader conversational quality needed for real-world use; over-relying on preference signals risks producing a model that is pleasant to interact with but makes subtle reasoning errors that preferences cannot detect.</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Nanbeige4-3B "rivals much larger models across a wide range of benchmarks." What caveats should be applied to this claim — for instance, are there benchmark categories where the gap with larger models remains significant, and are there systematic patterns in where small models trained on massive data still fall short?</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Nanbeige4-3B "rivals much larger models across a wide range of benchmarks." What caveats should be…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claim that Nanbeige4-3B "rivals much larger models" should be interpreted with several caveats. On structured benchmarks like MMLU (multiple choice), ARC, and mathematical reasoning tasks, heavily trained small models can indeed match larger models because these benchmarks have high knowledge density that can be efficiently encoded through massive training. However, larger models typically maintain significant advantages on: tasks requiring deep multi-step reasoning over long contexts (where model capacity is a hard limit), open-ended generation quality (where larger models have richer representational capacity), code synthesis for complex programs, and rare or niche knowledge domains where training data coverage is sparse. The gap with larger models on these harder tasks is likely larger than headline benchmark numbers suggest.</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are the practical trade-offs of training a 3B model on 23T tokens versus training a larger model (e.g., 7B or 13B) on proportionally fewer tokens to the same total compute budget, in terms of inference speed, memory footprint, and task performance?</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are the practical trade-offs of training a 3B model on 23T tokens versus training a larger mod…</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key practical trade-offs are: A 3B model trained on 23T tokens has dramatically lower inference cost (roughly 2-4x lower latency and 2-4x smaller memory footprint than a 7B model), enabling deployment on consumer hardware (single consumer GPU, mobile inference) where a 7B model would be too slow or memory-constrained. On task performance, the 3B model's greater token exposure can close much of the gap with Chinchilla-optimal 7B on knowledge-dense tasks, but will typically underperform on complex reasoning tasks where model capacity (number of parameters) is the binding constraint. The same total compute budget applied to a Chinchilla-optimal 7B model would likely produce a model that is better on complex tasks but requires more expensive hardware to serve — making the 3B/23T approach rational specifically for deployment scenarios where latency and hardware costs dominate and the required task complexity is moderate.</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We present Nanbeige4-3B, a family of small-scale but high-performing language models. Pretrained on 23T high-quality tokens and finetuned on over 30 million diverse instructions, we extend the boundary of the scaling law for small language models. In pre-training, we design a Fine-Grained Warmup-St…</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Nanbeige4-3B Technical Report: Exploring the Frontier of Sm…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