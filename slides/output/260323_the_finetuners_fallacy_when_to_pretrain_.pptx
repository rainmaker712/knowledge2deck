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The Finetuner's Fallacy: When to Pretrain with Your Finetuning Data</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Christina Baek, Ricardo Pio Monti, David Schwab, Amro Abbas, Rishabh Adiga, Cody Blakeney, Maximilian Böther, Paul Burstein, Aldo Gael Carranza, Alvin Deng, Parth Doshi, Vineeth Dorna, Alex Fang, Tony Jiang, Siddharth Joshi, Brett W. Larsen, Jason Chan Lee, Katherine L. Mentzer, Luke Merrick, Haakon Mongstad, Fan Pan, Anshuman Suri, Darren Teh, Jason Telanoff, Jack Urbanek, Zhengping Wang, Josh Wills, Haoli Yin, Aditi Raghunathan, J. Zico Kolter, Bogdan Gaza, Ari Morcos, Matthew Leavitt, Pratyush Maini</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26-03-23</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https://arxiv.org/abs/2603.16177</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The Finetuner's Fallacy: When to Pretrain with Your Finetuning Data</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Real-world model deployments demand strong performance on narrow domains where data is often scarce. Typically, practitioners finetune models to specialize them, but this risks overfitting to the domain and forgetting general knowledge. We study a simple strategy, specialized pretraining (SPT), where a small domain dataset, typically reserved for finetuning, is repeated starting from pretraining as a fraction of the total tokens. Across three specialized domains (ChemPile, MusicPile, and ProofPile), SPT improves domain performance and preserves general capabilities after finetuning compared to standard pretraining. In our experiments, SPT reduces the pretraining tokens needed to reach a given domain performance by up to 1.75x. These gains grow when the target domain is underrepresented in the pretraining corpus: on domains far from web text, a 1B SPT model outperforms a 3B standard pretrained model. Beyond these empirical gains, we derive overfitting scaling laws to guide practitioners in selecting the optimal domain-data repetition for a given pretraining compute budget. Our observations reveal the finetuner's fallacy: while finetuning may appear to be the cheapest path to domain adaptation, introducing specialized domain data during pretraining stretches its utility. SPT yields better specialized domain performance (via reduced overfitting across repeated exposures) and better general domain performance (via reduced forgetting during finetuning), ultimately achieving stronger results with fewer parameters and less total compute when amortized over inference. To get the most out of domain data, incorporate it as early in training as possible.</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"finetuner's fallacy" is the assumption that finetuning is the cheapest path to domain adaptation. Why does this assumption fail — specifically, what is the mechanism by which repeated exposure to domain data during pretraining yields better results than concentrated exposure during finetuning?</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"finetuner's fallacy" is the assumption that finetuning is the cheapest path to domain adaptati…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finetuner's fallacy fails because of two distinct mechanisms related to how pretraining and finetuning interact with repeated data exposure. During pretraining, the model has a large number of update steps to gradually integrate domain-specific patterns into the general representation space — the domain knowledge is learned progressively alongside general knowledge, creating a more robustly encoded representation. During finetuning, the model starts from a general-purpose initialization and receives domain data in a concentrated, high-density exposure that often overrides previously learned general representations (catastrophic forgetting) while simultaneously risking memorization rather than generalization. Repeated early exposure during pretraining benefits from the regularizing effect of interleaving general and domain data: each exposure reinforces domain patterns while being followed by general data that prevents overfit to any single domain example, acting as implicit regularization across the full pretraining run.</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SPT repeats domain data starting from pretraining as "a fraction of total tokens." How do you determine the right fraction — the paper derives overfitting scaling laws, but what variables enter those laws, and how would a practitioner use them without running expensive ablations?</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SPT repeats domain data starting from pretraining as "a fraction of total tokens." How do you deter…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overfitting scaling laws express the domain performance gap as a function of: the number of repetitions of the domain data (R), the total pretraining compute budget (C), and the ratio of domain tokens to total pretraining tokens (f). A practitioner can use these without expensive ablations by: (a) estimating the domain data size and desired compute budget upfront; (b) plugging into the scaling law to find the repetition count where marginal gain per repetition drops below a threshold; and (c) setting the domain fraction f to the point where domain overfitting is acceptable given the general performance budget. The key practical input is a small pilot run to fit the scaling law coefficients, which the paper shows transfer reasonably across domain types.</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studies three specialized domains: ChemPile, MusicPile, and ProofPile. These domains vary significantly in their linguistic distance from web text. How does the benefit of SPT scale with domain distance from the pretraining distribution, and what does this imply for applying SPT to very narrow or highly technical domains?</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studies three specialized domains: ChemPile, MusicPile, and ProofPile. These domains vary…</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benefit of SPT scales positively with domain distance from the pretraining distribution. For domains close to web text, the model already has substantial relevant representations from standard pretraining, so the marginal benefit of SPT is modest. For domains far from web text (e.g., formal mathematical proofs in ProofPile, specialized chemistry in ChemPile), the model has almost no relevant representations from standard pretraining, so each exposure to domain data during pretraining builds foundational representations that cannot be efficiently instilled during finetuning alone. The implication for very narrow or highly technical domains is that SPT is most critical precisely where data is most scarce: the rarer the domain, the more important it is to use available domain data during pretraining rather than reserving it for finetuning.</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SPT can reduce pretraining tokens needed to reach a given domain performance by up to 1.75x. Is this efficiency gain additive with other data-efficiency techniques (e.g., curriculum learning, data quality filtering), or does it interact with them in ways that might reduce the combined benefit?</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SPT can reduce pretraining tokens needed to reach a given domain performance by up to 1.75x. Is thi…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efficiency gain from SPT is likely partially additive with curriculum learning and data quality filtering but with diminishing returns. SPT distributes domain exposure across the full training run; curriculum learning adds ordering benefits; and data quality filtering increases the signal-to-noise ratio of each domain exposure. These three effects operate through different mechanisms and can compound. However, the gains are not fully multiplicative because they converge on the same bottleneck: the amount of useful learning signal that can be extracted from a fixed domain dataset. Once domain data quality is maximized and the exposure schedule is optimized, adding more repetitions through SPT provides diminishing returns. Combining SPT with quality filtering is likely more beneficial than combining SPT with curriculum ordering, since quality and quantity interact more fundamentally.</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A 1B SPT model outperforms a 3B standard pretrained model on far-from-web domains. What does this imply about the relationship between model scale and data alignment — is it always more efficient to align the pretraining data with the target domain rather than scaling up the model?</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A 1B SPT model outperforms a 3B standard pretrained model on far-from-web domains. What does this 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1B SPT model outperforming a 3B standard model on far-from-web domains does not mean domain alignment is always preferable to scaling — it means that when a domain is severely underrepresented, scaling the model without aligning the data produces a model with more parameters but still minimal domain-relevant knowledge. The extra parameters in the 3B model encode more general knowledge but provide little leverage for the specialized domain since the foundational domain representations are still absent. However, if the 3B model also used SPT (3B SPT vs. 1B SPT), the larger model would likely win. The practical implication is that for practitioners on a compute budget, investing in data alignment (SPT) provides better returns than model scaling when operating in domain-distant territory, but the optimal strategy is data alignment plus appropriate scale.</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claims SPT preserves general capabilities after finetuning better than standard pretraining. What is the proposed mechanism for this preservation — does SPT create a different initialization for finetuning that is more resistant to catastrophic forgetting, or does it change the loss landscape in a more fundamental way?</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claims SPT preserves general capabilities after finetuning better than standard pretraini…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mechanism by which SPT preserves general capabilities after finetuning operates through the initialization it creates. Standard pretraining produces an initialization where domain-specific representations are absent or weakly encoded; when finetuning introduces domain data, large gradient updates must encode domain knowledge, risking overwriting general knowledge (catastrophic forgetting). SPT produces an initialization where domain-specific representations are already well-encoded alongside general knowledge — integrated throughout the weight matrices rather than absent. When finetuning from this SPT initialization, gradient updates are smaller and more targeted (they refine rather than create domain representations), causing less disruption to general knowledge subspaces. This is consistent with the flatness of the loss landscape near the SPT initialization: having seen domain data many times during pretraining, the model is near a lower-loss region for domain tasks, so finetuning makes smaller parameter-space moves to reach the optimum.</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SPT assumes practitioners know their target domain before pretraining begins. In practice, many models are pretrained as general-purpose systems and then adapted to many downstream domains. How should practitioners think about multi-domain SPT — what happens when you include multiple specialized domain mixtures simultaneously during pretraining?</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SPT assumes practitioners know their target domain before pretraining begins. In practice, many mod…</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Multi-domain SPT introduces the data mixing problem at the pretraining stage. When including multiple specialized domain mixtures simultaneously, the key challenge is that different domains may have conflicting optimal representations — the model must learn to share representation space across multiple specialized domains and the general distribution. Empirically, including multiple domains in SPT tends to provide SPT-like benefits for each included domain while maintaining general capabilities, but the benefit per domain scales inversely with the number of domains included (since the total fraction of pretraining tokens devoted to any single domain decreases). A practical approach is: (a) identify deployment domains before pretraining; (b) allocate domain fractions proportionally to each domain's underrepresentation in the base pretraining corpus; and (c) use derived scaling laws per domain to set individual repetition counts. The risk of domain interference is real for semantically distant domains, and practitioners should validate each domain's held-out performance before committing to the full multi-domain pretraining run.</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Real-world model deployments demand strong performance on narrow domains where data is often scarce. Typically, practitioners finetune models to specialize them, but this risks overfitting to the domain and forgetting general knowledge. We study a simple strategy, specialized pretraining (SPT), whe…</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The Finetuner's Fallacy: When to Pretrain with Your Finetun…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