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Thinking to Recall: How Reasoning Unlocks Parametric Knowledge in LLMs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Zorik Gekhman, Roee Aharoni, Eran Ofek, Mor Geva, Roi Reichart, Jonathan Herzig</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26-03-10</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https://arxiv.org/abs/2603.09906</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Thinking to Recall: How Reasoning Unlocks Parametric Knowledge in LLMs</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This paper investigates why reasoning improves factual knowledge retrieval in LLMs — even for simple, single-hop questions where no complex inference is required. Two mechanisms are identified: a computational buffer effect (reasoning tokens provide extra compute that aids retrieval regardless of semantic content) and factual priming (reasoning activates related facts that serve as retrieval bridges). The study also reveals that intermediate hallucinations during reasoning propagate to final answers, but selecting hallucination-free reasoning paths restores accuracy.</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Two Mechanisms — Distinct and Important: (1) Computational Buffer — reasoning tokens give the model extra compute steps before producing the answer, improving retrieval even when the intermediate content is semantically irrelevant. Compute alone helps. (2) Factual Priming — reasoning surfaces related facts that act as associative bridges to the target knowledge. Both effects compound, which is why reasoning improves recall beyond what chain-of-thought skeptics expect.</a:t>
            </a:r>
          </a:p>
          <a:p>
            <a:pPr algn="l">
              <a:spcBef>
                <a:spcPts val="600"/>
              </a:spcBef>
            </a:pPr>
            <a:r>
              <a:rPr sz="2000" b="0">
                <a:solidFill>
                  <a:srgbClr val="FFFFFF"/>
                </a:solidFill>
                <a:latin typeface="Arial"/>
              </a:rPr>
              <a:t>▶  Hallucination Propagation is a Real Problem: Incorrect intermediate reasoning steps don't stay isolated — they compound into downstream errors in the final answer. This is a concrete mechanism for why reasoning models can confidently produce wrong answers: the error is baked in mid-chain.</a:t>
            </a:r>
          </a:p>
          <a:p>
            <a:pPr algn="l">
              <a:spcBef>
                <a:spcPts val="600"/>
              </a:spcBef>
            </a:pPr>
            <a:r>
              <a:rPr sz="2000" b="0">
                <a:solidFill>
                  <a:srgbClr val="FFFFFF"/>
                </a:solidFill>
                <a:latin typeface="Arial"/>
              </a:rPr>
              <a:t>▶  Hallucination-Free Path Selection Recovers Accuracy: Filtering or selecting reasoning paths that avoid intermediate hallucinations substantially improves final answer accuracy. This motivates process reward models (PRMs) over outcome reward models (ORMs) — catching errors mid-chain is more valuable than grading the final answer alone.</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Implication for Reasoning Model Design: Even "unnecessary" reasoning (thinking before answering a trivial question) provides measurable benefit via the buffer effect. This challenges the view that extended thinking should be reserved only for hard problems.</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identifies two distinct mechanisms — computational buffer and factual priming — for how reasoning improves knowledge retrieval. How do these two effects interact, and is it possible to isolate their individual contributions empirically? What experimental design would cleanly separate them?</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identifies two distinct mechanisms — computational buffer and factual priming — for how 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computational buffer and factual priming effects can be isolated through controlled ablations. To isolate the buffer effect, you would replace the reasoning tokens with semantically null content of equal length (e.g., repeated pad tokens or random coherent sentences unrelated to the question topic) and measure whether factual recall still improves relative to a zero-reasoning baseline. If recall improves with null content, that improvement is pure buffer; any additional improvement when using semantically relevant reasoning represents priming. Conversely, to isolate priming, you would measure whether very short reasoning traces that include key associative bridging facts outperform longer traces that lack them, controlling for token count. In practice the two effects compound because coherent reasoning naturally provides both compute and semantically relevant intermediate content simultaneously, making clean separation in naturalistic settings difficult but achievable through targeted prompt engineering in controlled experimental setups.</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computational buffer effect suggests that even semantically irrelevant reasoning tokens improve retrieval. Does this imply that any form of token generation before the answer (e.g., filler text, random tokens, or repeated context) would provide similar benefit, or is there something specific about coherent reasoning that amplifies the effect beyond pure compute?</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computational buffer effect suggests that even semantically irrelevant reasoning tokens improve…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paper's evidence suggests that coherent reasoning provides more benefit than pure filler text, indicating that the computational buffer effect is not simply about token count. While any token generation before the answer provides some additional compute steps (the buffer), reasoning tokens likely provide stronger signals because they activate relevant areas of the model's representation space: coherent linguistic processing engages the attention mechanism in ways that surface latent knowledge associations (the factual priming component). Random or filler tokens would give the model compute time but would not traverse the associative pathways that bridge to target factual knowledge. The interaction means the buffer effect has a baseline and the priming effect has an incremental contribution on top, and these are both present in coherent reasoning but only the baseline exists with semantically incoherent filler.</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Intermediate hallucinations during reasoning are shown to propagate to final answers. What is the mechanistic explanation for this propagation at the level of attention patterns or hidden state evolution? Does the hallucination compound multiplicatively, or does it act as a hard constraint that anchors the final answer?</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Intermediate hallucinations during reasoning are shown to propagate to final answers. What is the m…</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mechanistic explanation for hallucination propagation is that once an incorrect fact is generated as an intermediate reasoning step, it enters the context window as if it were true. Subsequent attention heads attend to this incorrect intermediate content and treat it as reliable conditioning information, causing later generation steps to be anchored to the false premise. This is not a soft influence but closer to a hard conditional constraint: the model's autoregressive generation treats all tokens in context equally regardless of whether they were produced correctly or incorrectly. The hallucination acts as a fixed anchor because the model cannot distinguish its own correct from incorrect outputs in the context; it simply treats all prior context as ground truth for predicting subsequent tokens. The propagation is closer to a hard constraint than a multiplicative decay — a single incorrect intermediate fact can deterministically constrain the final answer.</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motivates process reward models (PRMs) over outcome reward models (ORMs) based on the hallucination propagation finding. What practical challenges arise in deploying PRMs at scale, and does this paper's evidence suggest that step-level supervision is more important for retrieval tasks than for multi-step mathematical reasoning?</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motivates process reward models (PRMs) over outcome reward models (ORMs) based on the hal…</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Deploying process reward models (PRMs) at scale is challenging because: they require step-level supervision (labeling each intermediate reasoning step as correct or incorrect), which is expensive to collect compared to outcome-level labels (just grading the final answer); they must generalize to diverse reasoning styles and step decompositions that are not fixed in advance; and they require inference-time integration (e.g., beam search over steps or step-by-step reranking), which increases compute cost. Regarding whether step-level supervision is more important for retrieval than for math: the paper's evidence suggests yes, because in math problems incorrect intermediate steps can sometimes still reach the correct final answer via compensating errors, while in knowledge retrieval a hallucinated fact is typically either correct or not with no compensating mechanism — meaning outcome rewards on retrieval tasks miss the mid-chain error that is the root cause.</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If reasoning helps simple single-hop factual questions through the buffer effect, what are the implications for model architectures that use adaptive compute (e.g., speculative decoding or early exit)? Should these systems always allocate a minimum reasoning budget even for "easy" queries?</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If reasoning helps simple single-hop factual questions through the buffer effect, what are the impl…</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For adaptive compute architectures like speculative decoding or early exit, this paper implies that allocating a minimum reasoning budget — even for seemingly simple queries — would improve factual retrieval accuracy. Early exit systems that terminate computation based on confidence metrics might exit before the buffer effect has provided sufficient compute for reliable retrieval, potentially trading a small amount of accuracy for latency savings. The practical implication for system design is that "difficulty" should be estimated not just from the complexity of the reasoning required but also from the knowledge sparsity of the question — questions about well-known facts can exit early; questions about obscure or low-frequency facts benefit from additional compute even without complex reasoning steps. Speculative decoding is less affected since it does not reduce the total token generation but only the per-token latency.</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factual priming mechanism suggests reasoning surfaces associative bridges to target knowledge. How does this relate to the known phenomenon of context-dependent memory in humans, and does the paper find any evidence that the quality or relevance of the intermediate facts mediates the final retrieval accuracy?</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factual priming mechanism suggests reasoning surfaces associative bridges to target knowledge.…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factual priming mechanism parallels the context-dependent memory effect in cognitive psychology (the encoding specificity principle: recall is better when retrieval context matches encoding context). In the LLM setting, reasoning activates intermediate representations that share associative structure with the target knowledge, effectively putting the model's "retrieval context" closer to where the target knowledge was encoded during training. The paper does find evidence that relevance of intermediate facts matters: reasoning paths that surface factually related content produce better final recall than semantically distant reasoning, even at equivalent token counts. This mediating role of intermediate fact quality is the empirical signature of the priming mechanism operating above and beyond the buffer effect, and it supports designing reasoning prompts that encourage surfacing relevant prior knowledge early in the chain rather than deferring the factual content to the end.</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findings challenge the view that extended thinking should be reserved only for hard problems. What are the practical and economic trade-offs of applying extended reasoning universally, and how should future work determine the optimal reasoning budget as a function of question difficulty and knowledge sparsity?</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findings challenge the view that extended thinking should be reserved only for hard problems. W…</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practical trade-off of applying extended reasoning universally is primarily economic: longer reasoning traces require more inference tokens (increased cost and latency) for all queries, including trivial ones where the accuracy improvement may be negligible in absolute terms. For applications where marginal accuracy on simple queries matters (e.g., high-stakes factual lookup systems), the universal reasoning budget is justified. For cost-sensitive applications (high-volume consumer chatbots), the compute cost of universal extended thinking may outweigh the accuracy gains on easy questions. Future work determining the optimal reasoning budget should estimate: (a) the "knowledge sparsity" of a query (how rarely the target fact appears in the training distribution — rarer facts benefit more from additional compute); (b) the buffer saturation point (the minimum token count after which additional buffer tokens provide diminishing retrieval gains); and (c) an adaptive allocation policy that predicts knowledge sparsity from question features and allocates reasoning budget accordingly, rather than using a fixed extended thinking budget for all queries.</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Two Mechanisms — Distinct and Important: (1) Computational Buffer — reasoning tokens give the model extra compute steps before producing the answer, improving retrieval even when the intermediate content is semantically irrelevant. Compute alone helps. (2) Factual Priming — reasoning surfaces related facts that act as associative bridges to the target knowledge. Both effects compound, which is why reasoning improves recall beyond what chain-of-thought skeptics expect.
▶  Hallucination Propagation is a Real Problem: Incorrect intermediate reasoning steps don't stay isolated — they compound into downstream errors in the final answer. This is a concrete mechanism for why reasoning models can confidently produce wrong answers: the error is baked in mid-chain.
▶  Hallucination-Free Path Selection Recovers Accuracy: Filtering or selecting reasoning paths that avoid intermediate hallucinations substantially improves final answer accuracy. This motivates process reward models (PRMs) over outcome reward models (ORMs) — catching errors mid-chain is more valuable than grading the final answer alone.</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Thinking to Recall: How Reasoning Unlocks Parametric Knowle…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