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Training Compute-Optimal Large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Jordan Hoffmann, Sebastian Borgeaud, Arthur Mensch, Elena Buchatskaya, Trevor Cai, Eliza Rutherford, Diego de Las Casas, Lisa Anne Hendricks, Johannes Welbl, Aidan Clark, Tom Hennigan, Eric Noland, Katie Millican, George van den Driessche, Bogdan Damoc, Aurelia Guy, Simon Osindero, Karen Simonyan, Erich Elsen, Jack W. Rae, Oriol Vinyals, Laurent Sifre</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23-08-11</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https://arxiv.org/abs/2203.15556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Training Compute-Optimal Large Language Models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investigate the optimal model size and number of tokens for training a transformer language model under a given compute budget. We find that current large language models are significantly undertrained, a consequence of the recent focus on scaling language models whilst keeping the amount of training data constant. By training over 400 language models ranging from 70 million to over 16 billion parameters on 5 to 500 billion tokens, we find that for compute-optimal training, the model size and the number of training tokens should be scaled equally: for every doubling of model size the number of training tokens should also be doubled. We test this hypothesis by training a predicted compute-optimal model, Chinchilla, that uses the same compute budget as Gopher but with 70B parameters and 4× more more data. Chinchilla uniformly and significantly outperforms Gopher (280B), GPT-3 (175B), Jurassic-1 (178B), and Megatron-Turing NLG (530B) on a large range of downstream evaluation tasks. This also means that Chinchilla uses substantially less compute for fine-tuning and inference, greatly facilitating downstream usage. As a highlight, Chinchilla reaches a state-of-the-art average accuracy of 67.5% on the MMLU benchmark, greater than a 7% improvement over Gopher.</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concludes that model size and training tokens should be scaled equally - what empirical evidence or theoretical reasoning supports this 1:1 scaling relationship, and under what assumptions might this ratio differ?</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concludes that model size and training tokens should be scaled equally - what empirical 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1:1 scaling relationship between model size N and training tokens D is derived from fitting three independent methods to the empirical loss surfaces of over 400 trained models. Method 1 fixes compute C and finds the N, D pair minimizing loss, repeating this across many compute budgets. Method 2 fits IsoFLOP curves where C is held constant and N is varied. Method 3 directly parameterizes the loss function L(N, D) and estimates its parameters. All three converge on the approximate 1:1 ratio. Theoretically, this arises because the loss benefit of doubling model size (better function approximation) and doubling tokens (more training signal) are approximately equal when both are at their compute-optimal values. The ratio could differ if data quality is not uniform (higher-quality data might reduce the optimal D for a given N), if the architecture has different capacity-per-parameter relationships (e.g., MoE), or if very long training runs encounter data repetition which degrades the marginal value of additional tokens.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were models like GPT-3 and Gopher considered "significantly undertrained" prior to this work? What implicit assumption about scaling had been guiding the field that this paper challenges?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were models like GPT-3 and Gopher considered "significantly undertrained" prior to this work?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Prior to this work, the dominant paradigm followed the implicit heuristic that the primary driver of capability was parameter count — more parameters meant better models — while data quantity was treated as a secondary concern (roughly "train on as much data as is available"). This was partly driven by the availability of large compute budgets that made large models tractable, and partly by Kaplan et al.'s scaling law paper which appeared to recommend training very large models with fewer steps. The Chinchilla paper reveals that this approach was systematically under-allocating to data: GPT-3 (175B parameters, 300B tokens) had a tokens-to-parameters ratio of ~1.7, while the compute-optimal ratio for that compute budget would have been ~20 tokens per parameter. The models were effectively over-parameterized relative to the data they saw, leaving them with capabilities that could have been achieved with a much smaller, more-trained model.</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Chinchilla uses the same compute budget as Gopher but achieves better performance at 70B parameters versus 280B. What does this imply about the practical economics of model deployment beyond just training cost?</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Chinchilla uses the same compute budget as Gopher but achieves better performance at 70B parameters…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fact that Chinchilla (70B parameters) matches or exceeds Gopher (280B) at the same training compute has profound implications for deployment economics. Inference cost scales approximately linearly with parameter count (for the same context length and precision), so Chinchilla requires roughly 4x less compute per inference query. Over millions or billions of inference calls, this 4x inference cost reduction dominates any difference in training cost. Furthermore, smaller models fit in less memory, enabling deployment on cheaper hardware, lower latency per token, and larger batch sizes for the same hardware budget. This means compute-optimal training maximizes not just training FLOP efficiency but also the long-term total cost of ownership when a model will be used at scale — making the Chinchilla approach economically superior to the "train the largest feasible model" heuristic that preceded it.</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were the over 400 models trained in this study used to derive the compute-optimal scaling law? What methodology connects the individual model experiments to the general scaling relationship?</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were the over 400 models trained in this study used to derive the compute-optimal scaling law?…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methodology connects individual model experiments to the scaling relationship through curve-fitting on the loss surface. Across the 400+ models varying in N and D, the authors observe that for any fixed compute budget C = 6ND (assuming ~6 FLOPs per parameter per token), there is a clear valley in the loss landscape as a function of N (and by C = 6ND, also D). By tracing where these loss valleys fall as C increases, they extract the optimal N*(C) and D*(C) functions. Fitting these functions to a power-law form yields the 1:1 scaling relationship. The three methods serve as cross-validation: if the same relationship emerges from IsoFLOP curves, from direct fitting of L(N, D), and from the envelope of optimal runs, it lends strong empirical support to the regularity of the relationship across the observed compute range.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"Chinchilla scaling laws" assume a fixed compute budget. How should the optimal model size and token count change if the objective is instead to minimize inference cost at a given quality level, rather than minimizing training cost?</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"Chinchilla scaling laws" assume a fixed compute budget. How should the optimal model size and…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When optimizing for inference cost at a given quality level rather than training cost, the objective changes from "minimize training FLOPs" to "minimize model size N subject to achieving target loss L." This means you want the smallest model that can reach quality L, which requires training it with more tokens than the Chinchilla ratio prescribes — i.e., you "overtrain" a small model. The optimal strategy under inference-cost minimization is to pick the smallest N for which target loss is theoretically achievable (there is a minimum N below which L is unreachable regardless of data), then train it with as many tokens D as needed to reach L. This is precisely the rationale behind LLaMA-style models: by training 7B-65B parameter models on trillions of tokens, they produce models whose inference cost is far lower than Chinchilla-optimal alternatives at the same quality level.</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this work's approach to defining "compute-optimal" - for instance, does it account for data quality, curriculum, or the diminishing returns of training on repeated data when token budgets are large?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this work's approach to defining "compute-optimal" - for instance,…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key limitations of the "compute-optimal" framing in this paper are: (a) it assumes all tokens are equally valuable, whereas real pre-training data contains varying quality, and training on low-quality data may be less efficient than the uniform formula suggests; (b) it does not account for curriculum — the order in which data is presented can matter, and optimal token allocation may differ across training stages; (c) it does not address data repetition, which becomes relevant when pushing D beyond the available unique tokens in the dataset (epoch-level repetition); (d) it uses a single loss metric across training, assuming loss improvements at all scales are equally useful for downstream tasks, which ignores emergent capabilities that appear discontinuously; and (e) the optimal ratio may differ for instruction-following or reasoning-focused models if the effective data efficiency of task-relevant tokens is different from the average.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Since the publication of this paper, models like LLaMA have been deliberately over-trained beyond the Chinchilla-optimal point. Under what practical circumstances is it rational to train a smaller model on far more tokens than the Chinchilla ratio suggests?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Since the publication of this paper, models like LLaMA have been deliberately over-trained beyond 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It is rational to over-train a smaller model beyond the Chinchilla-optimal token count in several practical circumstances. First, when inference will be run at very high volume, the savings in per-query compute from a smaller model vastly outweigh the additional training cost — the incremental training cost of extra tokens is typically negligible compared to millions of inference calls. Second, when hardware constraints limit deployable model size (e.g., running on edge devices, consumer GPUs, or systems with memory limits), you may have no choice but to use a small model and must compensate with more tokens. Third, when the goal is a performant local model (as with LLaMA), where users trade training cost for inference autonomy. Fourth, when fine-tuning is planned: a smaller but more-trained base model typically fine-tunes more efficiently than a large undertrained one, because its representations are richer per parameter. The Chinchilla ratio optimizes training-time compute efficiency, not lifetime total cost of ownership.</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investigate the optimal model size and number of tokens for training a transformer language model under a given compute budget. We find that current large language models are significantly undertrained, a consequence of the recent focus on scaling language models whilst keeping the amount of tra…</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Training Compute-Optimal Large Language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