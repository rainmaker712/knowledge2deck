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Nemotron 3 Nano: Open, Efficient Mixture-of-Experts Hybrid Mamba-Transformer Model for Agentic Reasoning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NVIDIA: Aaron Blakeman, Aaron Grattafiori, Aarti Basant, Abhibha Gupta, Abhinav Khattar, Adi Renduchintala, Aditya Vavre, Akanksha Shukla, Akhiad Bercovich, Aleksander Ficek, Aleksandr Shaposhnikov, Alex Kondratenko, Alexander Bukharin, Alexandre Milesi, Ali Taghibakhshi, Alisa Liu, Amelia Barton, Ameya Sunil Mahabaleshwarkar, Amir Klein, Amit Zuker, Amnon Geifman, Amy Shen, Anahita Bhiwandiwalla, Andrew Tao, Ann Guan, Anubhav Mandarwal, Arham Mehta, Ashwath Aithal, Ashwin Poojary, Asif Ahamed, Asma Kuriparambil Thekkumpate, Ayush Dattagupta, Banghua Zhu, Bardiya Sadeghi, Barnaby Simkin, Ben Lanir, Benedikt Schifferer, Besmira Nushi, Bilal Kartal, Bita Darvish Rouhani, Boris Ginsburg, Brandon Norick, Brandon Soubasis, Branislav Kisacanin, Brian Yu, Bryan Catanzaro, Carlo del Mundo, Chantal Hwang, Charles Wang, Cheng-Ping Hsieh, Chenghao Zhang, Chenhan Yu, Chetan Mungekar, Chintan Patel, Chris Alexiuk, Christopher Parisien, Collin Neale, Damon Mosk-Aoyama, Dan Su, Dane Corneil, Daniel Afrimi, Daniel Rohrer, Daniel Serebrenik, Daria Gitman, Daria Levy, Darko Stosic, David Mosallanezhad, Deepak Narayanan, Dhruv Nathawani, Dima Rekesh, Dina Yared, Divyanshu Kakwani, Dong Ahn, Duncan Riach, Dusan Stosic, Edgar Minasyan, Edward Lin, Eileen Long, Eileen Peters Long, Elena Lantz, Ellie Evans, Elliott Ning, Eric Chung, Eric Harper, Eric Tramel, Erick Galinkin, Erik Pounds, Evan Briones, Evelina Bakhturina, Faisal Ladhak, Fay Wang, Fei Jia, Felipe Soares, Feng Chen, Ferenc Galko, Frankie Siino, Gal Hubara Agam, Ganesh Ajjanagadde, Gantavya Bhatt et al. (213 additional authors not shown)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25-09-26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https://arxiv.org/abs/2512.20848</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Nemotron 3 Nano: Open, Efficient Mixture-of-Experts Hybrid Mamba-Tran…</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present Nemotron 3 Nano 30B-A3B, a Mixture-of-Experts hybrid Mamba-Transformer language model. Nemotron 3 Nano was pretrained on 25 trillion text tokens, including more than 3 trillion new unique tokens over Nemotron 2, followed by supervised fine tuning and large-scale RL on diverse environments. Nemotron 3 Nano achieves better accuracy than our previous generation Nemotron 2 Nano while activating less than half of the parameters per forward pass. It achieves up to 3.3x higher inference throughput than similarly-sized open models like GPT-OSS-20B and Qwen3-30B-A3B-Thinking-2507, while also being more accurate on popular benchmarks. Nemotron 3 Nano demonstrates enhanced agentic, reasoning, and chat abilities and supports context lengths up to 1M tokens. We release both our pretrained Nemotron 3 Nano 30B-A3B Base and post-trained Nemotron 3 Nano 30B-A3B checkpoints on Hugging Face.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Hybrid Mamba MoE Arch.</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 3 Nano combines three architectural choices: Mixture-of-Experts, Mamba state-space layers, and a Transformer backbone. How do these three components interact — specifically, do the MoE routing decisions and Mamba recurrence create any interference in gradient flow or inference dependencies?</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 3 Nano combines three architectural choices: Mixture-of-Experts, Mamba state-space layers,…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three components interact in complementary ways but can create interference in specific scenarios. MoE routing operates at the feedforward sublayer level, selecting which subset of expert FFN layers to use for each token independently. Mamba layers replace self-attention layers and maintain a recurrent hidden state rather than a KV cache, so their gradient flow is through the recurrent scan which is differentiable but sequential. The main interference risk is in gradient flow: Mamba's recurrent gradients must flow through many timesteps, which can cause exploding/vanishing gradients if the selective gates don't properly regularize the state. When MoE routing is stochastic during training, this can compound the instability since different experts receive different gradient contributions depending on routing decisions. In practice, the hybrid design is carefully layered such that Mamba and attention/MoE layers are distinct modules, and gradient clipping is applied to prevent recurrence instabilities.</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activates less than half the parameters per forward pass compared to the previous generation (Nemotron 2 Nano) while achieving better accuracy. Is this improvement attributable to the architectural changes (MoE+Mamba), the additional training data (new 3T tokens), or the RL post-training — and how would you attribute the gains?</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activates less than half the parameters per forward pass compared to the previous generat…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Attributing the improvement between Nemotron 2 and 3 Nano requires considering all three factors simultaneously, but the paper suggests the architectural MoE+Mamba combination is the primary driver of the parameter efficiency gain (activating &lt;50% of parameters while improving accuracy), while the additional 3T tokens provide knowledge breadth improvements particularly on domain-specific benchmarks. The RL post-training contributes most to agentic and reasoning capability gains, which are harder to achieve through pretraining data alone. A controlled ablation would require: (a) training a Nemotron-3 architecture on the same 22T token budget as Nemotron 2 to isolate architecture gains; (b) training Nemotron-2 architecture on 25T tokens to isolate data gains; and (c) removing RL from Nemotron-3 post-training to isolate RL gains.</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claims up to 3.3x higher inference throughput than GPT-OSS-20B and Qwen3-30B-A3B-Thinking-2507. Under what conditions (batch size, sequence length, hardware configuration) is this throughput advantage most and least pronounced, and what does it imply for deployment at different serving scales?</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claims up to 3.3x higher inference throughput than GPT-OSS-20B and Qwen3-30B-A3B-Thinking…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3.3x throughput advantage is most pronounced for long-output-sequence workloads (the paper specifies reasoning workloads with long thinking traces) because: at high output lengths, Mamba's fixed-state recurrence becomes increasingly advantageous over attention's growing KV cache. At small batch sizes and short sequences, the gap narrows significantly because attention's KV cache is still manageable. The throughput advantage is also more pronounced at single-GPU deployment (where memory is the primary constraint) than at large-batch datacenter serving where GPUs can be batched to hide memory latency. For deployment at consumer-grade serving scales (single GPU, interactive use cases with mixed sequence lengths), the 3.3x advantage would materialize most strongly for extended reasoning tasks while being smaller for short Q&amp;A interactions.</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Supporting 1M token context windows is stated as a feature. What specific architectural choices in the hybrid Mamba-Transformer enable 1M context, and what are the practical quality degradation patterns at very long contexts compared to standard attention-only models?</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Supporting 1M token context windows is stated as a feature. What specific architectural choices in…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Supporting 1M token contexts with the hybrid Mamba-Transformer architecture is enabled primarily by Mamba layers, whose fixed-size recurrent state does not grow with context length — unlike standard attention whose KV cache grows linearly as O(context_length * num_attention_layers * hidden_dim). The few retained full attention layers are the bottleneck for memory at extreme context lengths; these can be handled with techniques like sliding window attention or sparse attention at very long contexts. Practical quality degradation at very long contexts in SSM-based models follows a characteristic pattern: content from recent positions (last few thousand tokens) is well-preserved in the recurrent state, while content from very early positions (early in a 1M context) tends to be increasingly compressed or lost as the state is repeatedly updated. This manifests as degraded recall for "early needle" tasks but relatively preserved performance on tasks requiring synthesis of recent information.</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underwent "large-scale RL on diverse environments" after SFT. What does "diverse environments" mean in this context — is it multi-step agentic tasks, code execution, tool use, or something else — and how does the RL reward signal differ between these environment types?</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underwent "large-scale RL on diverse environments" after SFT. What does "diverse environm…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"Large-scale RL on diverse environments" in this context likely refers to a combination of: (a) code execution environments where the model generates code and receives pass/fail feedback from a sandbox interpreter; (b) math problem environments with verifiable answers (e.g., competition math); (c) multi-step agentic tasks with tool use (web search, file operations) where the reward comes from successfully completing a multi-step goal; and potentially (d) chat quality environments with preference-based rewards. The reward signal differs substantially between these: code execution provides dense binary feedback (test pass/fail), math provides binary correctness on a final answer, tool use requires reward shaping over intermediate steps (e.g., credit for correct tool calls regardless of final outcome), and chat preference requires a learned reward model. The diversity of environments is intended to prevent the model from specializing and gaming any single reward signal.</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was pretrained on 25 trillion tokens total, with 3 trillion being "new unique tokens over Nemotron 2." What is the significance of token novelty in continued pretraining — does adding semantically new tokens have a different effect than reprocessing previously seen data with different formatting or augmentation?</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was pretrained on 25 trillion tokens total, with 3 trillion being "new unique tokens over…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Token novelty in continued pretraining is significant because truly new tokens (semantically distinct content not seen in previous pretraining) provide gradients on data the model has not yet fit, allowing genuine learning of new associations and factual knowledge. Reprocessing previously seen data with different formatting or augmentation provides diminishing returns — it may improve robustness to surface variation but cannot add new knowledge. The paper's claim of "3T new unique tokens" implies content diversity rather than just deduplication-based novelty, which is particularly valuable for keeping the model's knowledge current and for exposing it to underrepresented domains or languages that improve downstream task coverage. However, the distinction between "new" and "seen-before" tokens is imperfect — deduplicated content may still overlap semantically with earlier training data, and the marginal value of each new token decreases as the model's world knowledge saturates.</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Nemotron 3 Nano is a 30B total parameter model activating ~3B per token (MoE), how does its effective capacity compare to a dense 3B model and a dense 30B model for tasks that require either broad knowledge or deep sequential reasoning?</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Nemotron 3 Nano is a 30B total parameter model activating ~3B per token (MoE), how does…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 30B-total, 3B-active MoE model occupies a unique position between dense 3B and dense 30B models. For tasks requiring broad knowledge retrieval (factual Q&amp;A, encyclopedic coverage), it is closer to the dense 30B model because all 30B parameters are available in the weight matrices and can store knowledge — different experts specialize in different knowledge domains, so the full 30B parameter space is accessible, just not all at once. For tasks requiring deep sequential reasoning (long chain-of-thought, multi-step math), the effective computational budget per token is closer to the dense 3B model since only ~3B parameters' worth of computation is applied at each token, limiting the depth of computation per reasoning step. This asymmetry is the fundamental characteristic of sparse MoE models: they punch above their weight on knowledge-heavy tasks (matching dense 30B) but are limited on compute-intensive tasks (behaving like dense 3B) without techniques like multi-turn RL that compensate through extended reasoning chains.</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Hybrid Mamba MoE Arch.</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Nemotron 3 Nano: Open, Efficient Mixture-of-Experts Hybrid…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