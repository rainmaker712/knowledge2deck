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Nemotron-Cascade 2: Post-Training LLMs with Cascade RL and Multi-Domain On-Policy Distillation</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Zhuolin Yang, Zihan Liu, Yang Chen, Wenliang Dai, Boxin Wang, Sheng-Chieh Lin, Chankyu Lee, Yangyi Chen, Dongfu Jiang, Jiafan He, Renjie Pi, Grace Lam, Nayeon Lee, Alexander Bukharin, Mohammad Shoeybi, Bryan Catanzaro, Wei Ping</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26-03-27</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https://arxiv.org/abs/2603.19220</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Nemotron-Cascade 2: Post-Training LLMs with Cascade RL and Multi-Doma…</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We introduce Nemotron-Cascade 2, an open 30B MoE model with 3B activated parameters that delivers best-in-class reasoning and strong agentic capabilities. Despite its compact size, its mathematical and coding reasoning performance approaches that of frontier open models. It is the second open-weight LLM, after DeepSeekV3.2-Speciale-671B-A37B, to achieve Gold Medal-level performance in the 2025 International Mathematical Olympiad (IMO), the International Olympiad in Informatics (IOI), and the ICPC World Finals, demonstrating remarkably high intelligence density with 20x fewer parameters. In contrast to Nemotron-Cascade 1, the key technical advancements are as follows. After SFT on a meticulously curated dataset, we substantially expand Cascade RL to cover a much broader spectrum of reasoning and agentic domains. Furthermore, we introduce multi-domain on-policy distillation from the strongest intermediate teacher models for each domain throughout the Cascade RL process, allowing us to efficiently recover benchmark regressions and sustain strong performance gains along the way. We release the collection of model checkpoint and training data.</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Nemotron-Cascade 2 uses "Cascade RL" as its post-training approach. What does "cascade" mean in this context — does it refer to a staged RL process where simpler tasks are mastered before harder ones, a hierarchy of reward models, or something else — and why would a cascade structure outperform standard RL applied uniformly?</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Nemotron-Cascade 2 uses "Cascade RL" as its post-training approach. What does "cascade" mean in thi…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"Cascade RL" in this context likely refers to a staged RL curriculum where the model is trained sequentially across domains of increasing difficulty or complexity, with each stage's policy initializing the next stage's training — a cascade of RL phases rather than a single monolithic RL training run. This outperforms uniform RL because: tasks at different difficulty levels require different exploration strategies (easy tasks need exploitation of known strategies while hard tasks benefit from broader exploration); uniform RL on a mixed-difficulty distribution tends to collapse toward solving the easiest tasks that provide reward (reward hacking via easy problems); and the cascade structure allows the model to build compound capabilities in sequence (arithmetic before algebra before proof-writing) rather than attempting all simultaneously. The "cascade" metaphor suggests that gains accumulate and flow from one stage to the next, with each stage's learned behaviors serving as a foundation for the next.</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achieves Gold Medal-level performance on IMO, IOI, and ICPC despite having 20x fewer parameters than DeepSeekV3.2-Speciale-671B. What does "intelligence density" mean quantitatively, and is the performance gap mainly due to the training methodology (Cascade RL + distillation) or architectural efficiency (3B active out of 30B total)?</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achieves Gold Medal-level performance on IMO, IOI, and ICPC despite having 20x fewer para…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"Intelligence density" as used here refers informally to capability per active parameter during inference — the model achieves frontier-level performance while using only 3B active parameters versus ~37B for DeepSeek's comparable model. Quantitatively, one might define it as benchmark score normalized by activated FLOPs per token. The performance advantage likely comes primarily from training methodology rather than architectural efficiency alone: a 3B-active-parameter model has fundamentally less computational capacity per token than a 37B-active-parameter model, so the training pipeline (Cascade RL + multi-domain distillation) must be doing substantial work to bridge this gap. The distillation from strong teacher models for each domain is the likely key factor — it allows the compact model to learn compressed versions of reasoning strategies that larger models develop naturally through scale.</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"Multi-domain on-policy distillation from the strongest intermediate teacher models for each domain" is used to recover benchmark regressions during RL training. What causes benchmark regressions during RL — is it overfitting to the RL reward signal, distributional shift from on-policy sampling, or something else — and why does on-policy distillation specifically address this?</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"Multi-domain on-policy distillation from the strongest intermediate teacher models for each domain…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Benchmark regressions during RL occur primarily due to distributional shift from on-policy sampling: as the model's policy shifts toward higher-reward behaviors, it generates training samples that increasingly differ from the SFT distribution, and the model begins to forget the broad behavioral patterns established during SFT. This is analogous to catastrophic forgetting but driven by the policy update rather than gradient descent on new data. On-policy distillation specifically addresses this by having the model simultaneously minimize the divergence between its current outputs and the teacher model's outputs on the current policy's distribution — it acts as a continuous anchor to high-quality behavior even as the RL policy explores new regions of the output space. The "strongest intermediate teacher models for each domain" phrase indicates domain-specific teachers, which is important because a single general teacher might not provide the right anchoring signal for specialized domains like competitive mathematics.</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covers "a much broader spectrum of reasoning and agentic domains" than Nemotron-Cascade 1. What are the particular challenges of RL training that spans both reasoning domains (math, code) and agentic domains (tool use, multi-step planning) simultaneously — do these domains require fundamentally different reward structures?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covers "a much broader spectrum of reasoning and agentic domains" than Nemotron-Cascade 1…</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Simultaneous RL training across reasoning and agentic domains requires fundamentally different reward structures that can create conflicts. Mathematical reasoning rewards are typically dense (step-level process rewards) and have clear ground truth; coding rewards are outcome-based (test cases pass/fail) but can be automated; agentic rewards require multi-turn interaction, external environment feedback, and are often delayed (the reward for a planning decision may not materialize until many steps later). Training a single model with all these reward types simultaneously risks: the model over-optimizing for the most reliable reward signals (e.g., mathematical reasoning with dense rewards) while undertaking insufficient exploration in sparse-reward agentic domains; and conflicting gradient signals when the optimal policy for mathematical reasoning (thorough formal derivation) conflicts with the optimal policy for agentic tasks (efficient decision-making under uncertainty).</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training uses "a meticulously curated dataset" for SFT before applying Cascade RL. How critical is the SFT initialization for subsequent RL performance — would a weaker SFT initialization lead to worse final performance despite equal RL compute, or does RL eventually overcome a poor starting point?</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training uses "a meticulously curated dataset" for SFT before applying Cascade RL. How critical…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SFT initialization is highly critical for subsequent RL performance. RL policy gradient methods are sample-inefficient and require many rollouts to discover reward-maximizing behaviors, but they cannot explore behaviors that are entirely absent from the model's current policy. An SFT-trained model with good reasoning SFT data already knows how to generate chain-of-thought style outputs, which means RL can immediately start improving the quality of these existing behaviors rather than having to discover the reasoning format from scratch. A weaker SFT initialization would force RL to first bootstrap the basic reasoning format through exploration, consuming a large fraction of the RL compute budget on already-understood behaviors rather than novel capability development. Empirically, RL from a weak SFT model typically converges to worse final performance than RL from a strong SFT model at equal RL compute, because the strong SFT model starts in a more favorable region of the policy space.</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is 30B total / 3B active (MoE). For competition math problems like IMO, which require sustained multi-step reasoning over many tokens, how does the MoE routing interact with the need for consistent, coherent reasoning — could routing instability or expert inconsistency across steps hurt performance on these tasks?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is 30B total / 3B active (MoE). For competition math problems like IMO, which require sus…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MoE routing in a model doing long-form mathematical reasoning can create consistency challenges: different tokens in the same reasoning chain may route to different experts, and if different experts have learned different "styles" of mathematical reasoning (e.g., one expert favors algebraic manipulation while another favors geometric intuition), the reasoning chain might experience mid-stream shifts in approach that reduce coherence. For IMO-level problems requiring 10-50 step reasoning chains, accumulated routing inconsistency could cause the model to switch approaches mid-proof, contradict earlier steps, or lose track of definitions established early in the chain. The Cascade RL approach likely mitigates this through the RL training itself — the model receives strong rewards for coherent long proofs and learns routing patterns that maintain consistent mathematical style across the proof length, but this requires the RL training distribution to include sufficiently long, coherent proofs to shape these multi-step routing behaviors.</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key limitations of Cascade RL as a post-training approach — are there capability gaps that remain even after applying it, or task distributions where the cascade structure fails to provide meaningful improvement over standard RL?</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key limitations of Cascade RL as a post-training approach — are there capability gaps…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Key limitations of Cascade RL include: (a) the cascade structure assumes a clear ordering of tasks from simpler to harder, but many agentic capabilities lack this clear hierarchy — it is not obvious whether web navigation should come before or after code execution in the cascade; (b) the cascade approach may create rigid capability boundaries where the model performs well on tasks similar to those in its training cascade but poorly on novel task combinations not represented in any single stage; (c) like all RL methods, Cascade RL is limited by the quality of its reward signals — capabilities that lack reliable automated evaluation (e.g., creative writing, nuanced safety reasoning) cannot be effectively trained through the cascade; and (d) the multi-domain distillation requirement means the approach depends on having strong teacher models in each domain, creating a dependency on frontier models that may not be accessible for all capability domains a practitioner might want to develop.</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We introduce Nemotron-Cascade 2, an open 30B MoE model with 3B activated parameters that delivers best-in-class reasoning and strong agentic capabilities. Despite its compact size, its mathematical and coding reasoning performance approaches that of frontier open models. It is the second open-weigh…</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Nemotron-Cascade 2: Post-Training LLMs with Cascade RL 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