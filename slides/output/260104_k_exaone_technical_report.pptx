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K-EXAONE_Technical_Report</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LG AI Research</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26-01-04</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https://www.lgresearch.ai/data/cdn/upload/K-EXAONE_Technica…</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K-EXAONE_Technical_Report</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This technical report presents K-EXAONE, a large-scale multilingual language model developed by LG AI Research. K-EXAONE is built on a Mixture-of-Experts architecture with 236B total parameters, activating 23B parameters during inference. It supports a 256K-token context window and covers six languages: Korean, English, Spanish, German, Japanese, and Vietnamese. We evaluate K-EXAONE on a comprehensive benchmark suite spanning reasoning, agentic, general, Korean, and multilingual abilities. Across these evaluations, K-EXAONE demonstrates performance comparable to open-weight models of similar size. K-EXAONE, designed to advance AI for a better life, is positioned as a powerful proprietary AI foundation model for a wide range of industrial and research applications.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Strong Performance: Demonstrates impressive results on STEM benchmarks, following the success of DeepSeek and Kimi-style approaches.</a:t>
            </a:r>
          </a:p>
          <a:p>
            <a:pPr algn="l">
              <a:spcBef>
                <a:spcPts val="600"/>
              </a:spcBef>
            </a:pPr>
            <a:r>
              <a:rPr sz="2000" b="0">
                <a:solidFill>
                  <a:srgbClr val="FFFFFF"/>
                </a:solidFill>
                <a:latin typeface="Arial"/>
              </a:rPr>
              <a:t>▶  Architecture: Optimized for efficiency using Sliding Window Attention to reduce KV cache overhead, combined with MoE (Mixture of Experts) and the Muon Optimizer.</a:t>
            </a:r>
          </a:p>
          <a:p>
            <a:pPr algn="l">
              <a:spcBef>
                <a:spcPts val="600"/>
              </a:spcBef>
            </a:pPr>
            <a:r>
              <a:rPr sz="2000" b="0">
                <a:solidFill>
                  <a:srgbClr val="FFFFFF"/>
                </a:solidFill>
                <a:latin typeface="Arial"/>
              </a:rPr>
              <a:t>▶  Tokenizer &amp; Vocabulary: Expanded vocabulary to 50K tokens specialized for STEM and Code, utilizing SuperBPE for enhanced encoding efficiency.</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Language Support: Extended multilingual capabilities specifically for German, Japanese, and Vietnamese (strategic choice, though specific reasoning remains unclear).</a:t>
            </a:r>
          </a:p>
          <a:p>
            <a:pPr algn="l">
              <a:spcBef>
                <a:spcPts val="600"/>
              </a:spcBef>
            </a:pPr>
            <a:r>
              <a:rPr sz="2000" b="0">
                <a:solidFill>
                  <a:srgbClr val="FFFFFF"/>
                </a:solidFill>
                <a:latin typeface="Arial"/>
              </a:rPr>
              <a:t>▶  Training Pipeline: Implements Thinking-Augmented Data Synthesis followed by Post-RL Preference Learning.</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Why does K-EXAONE activate only 23B out of 236B parameters during inference, and what are the computational trade-offs of Mixture-of-Experts architectures compared to dense models of similar active parameter counts?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Why does K-EXAONE activate only 23B out of 236B parameters during inference, and what are the compu…</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K-EXAONE uses a Mixture-of-Experts (MoE) architecture where each token is routed to only a subset of specialized "expert" feed-forward layers rather than passing through all parameters. With 236B total parameters but only 23B active per forward pass, the model achieves the representational capacity of a very large dense model while keeping inference compute comparable to a ~23B dense model. The key computational trade-off is that MoE models require more memory to store all expert weights (necessitating multi-GPU setups), but their per-token FLOP count is far lower. Compared to a dense 23B model, MoE offers higher capacity and often better benchmark performance, but introduces routing overhead, load-balancing challenges, and communication costs when experts are distributed across devices.</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Sliding Window Attention reduce KV cache overhead, and in what types of tasks might this attention mechanism underperform compared to full attention — particularly given K-EXAONE's 256K context window?</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Sliding Window Attention reduce KV cache overhead, and in what types of tasks might this 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Sliding Window Attention (SWA) limits each token's attention to a fixed local window of past tokens rather than all prior tokens, reducing the KV cache size from O(sequence_length) to O(window_size). This is critical for long-context models: a 256K-context full-attention model would require enormous KV cache memory per layer, making it impractical. However, SWA can underperform full attention on tasks requiring integration of information from distant positions — such as multi-hop reasoning over documents, summarization of very long texts, or retrieval tasks where the relevant context may lie far from the current position. K-EXAONE likely uses a hybrid approach (some full-attention layers interspersed) to mitigate these weaknesses while still benefiting from SWA's efficiency.</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is SuperBPE and how does it differ from standard BPE tokenization? Why would expanding the vocabulary to 50K tokens specialized for STEM and Code benefit model performance on those domains?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is SuperBPE and how does it differ from standard BPE tokenization? Why would expanding the voc…</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SuperBPE is an enhanced tokenization scheme that builds on standard Byte-Pair Encoding (BPE) but optimizes the vocabulary construction for specific domains — in this case STEM and code. Standard BPE merges the most frequent character pairs iteratively, yielding a general-purpose vocabulary. SuperBPE likely applies domain-aware frequency statistics or multi-level merging strategies to ensure that common STEM terms, mathematical notation, and programming language keywords are efficiently tokenized as single tokens rather than fragmented into subwords. Expanding to 50K tokens (from typical vocabularies of 32K) reduces tokenization fragmentation in these domains, which can improve model performance by shortening sequences, reducing ambiguity in symbol representation, and allowing the model to reason more cleanly about domain-specific tokens.</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report mentions the Muon Optimizer as part of K-EXAONE's training. What properties does Muon have that make it suitable for large-scale MoE training, and how does it differ from Adam/AdamW?</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report mentions the Muon Optimizer as part of K-EXAONE's training. What properties does Muon ha…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Muon optimizer (Momentum + Nesterov updates, orthogonalized via Newton-Schulz iteration) applies near-orthogonal gradient updates to weight matrices, which helps maintain update diversity across layers and can stabilize training at large scale. Compared to Adam/AdamW — which apply coordinate-wise adaptive learning rates — Muon treats weight matrices more holistically, preventing certain directions from being suppressed by squared-gradient scaling. For large MoE models, where load-balancing losses and heterogeneous gradient flows across experts can destabilize training, Muon's orthogonalization may improve convergence stability. However, Muon is computationally more expensive per step than Adam due to the Newton-Schulz iterations, so its suitability depends on whether the improved gradient quality offsets the additional overhead.</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choice to extend multilingual support to German, Japanese, and Vietnamese is described as "strategic" but without clear reasoning. What factors typically drive language prioritization decisions in multilingual LLM development, and what might LG AI Research's business motivations be?</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choice to extend multilingual support to German, Japanese, and Vietnamese is described as "stra…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Language prioritization in multilingual LLMs is typically driven by a combination of data availability, commercial market size, underrepresentation in existing models, and strategic partnerships. LG AI Research, as a Korean conglomerate with global operations, likely chose German for European enterprise markets, Japanese for the large tech-adjacent economy with historically underserved LLM capabilities in that language, and Vietnamese for Southeast Asian expansion where LG has significant manufacturing and business presence. These languages also have reasonably large and high-quality web corpora, making them tractable to include. The omission of languages like French, Chinese, or Arabic — despite their large speaker populations — suggests deliberate focus on markets where LG has direct business interests rather than maximizing linguistic coverage.</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"Thinking-Augmented Data Synthesis" differ from standard supervised fine-tuning data generation, and what role does it play before Post-RL Preference Learning in the training pipeline?</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"Thinking-Augmented Data Synthesis" differ from standard supervised fine-tuning data gener…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Thinking-Augmented Data Synthesis refers to generating training data that includes explicit reasoning traces or chain-of-thought steps alongside final answers, rather than simple input-output pairs used in standard supervised fine-tuning. This approach, popularized by models like DeepSeek-R1 and similar "thinking" models, trains the model to produce and leverage intermediate reasoning steps before arriving at conclusions. By synthesizing such data at scale — likely using a teacher model to generate long-form reasoning traces for diverse problems — K-EXAONE builds the capacity for structured reasoning before Post-RL Preference Learning further aligns this capability with human preferences. The sequencing is important: the thinking-augmented data establishes the behavioral distribution (reasoning traces), while post-RL preference learning then shapes which reasoning styles and outputs are preferred, avoiding training from scratch on noisy preference signals.</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K-EXAONE is positioned as a proprietary foundation model despite being described as an open-weight model. What are the implications of this dual positioning for reproducibility, downstream fine-tuning, and competitive benchmarking in the LLM ecosystem?</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K-EXAONE is positioned as a proprietary foundation model despite being described as an open-weight…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tension between "open-weight" and "proprietary foundation model" reflects a common industry stance where model weights are released for download and local inference but commercial use, redistribution, or fine-tuning may be restricted by license terms. For reproducibility, open weights allow researchers to replicate inference results but the training data, recipes, and synthetic data pipelines remain proprietary, making full scientific reproducibility impossible. For downstream fine-tuning, open weights enable adaptation but license restrictions may prohibit commercial deployment of fine-tuned variants without LG's permission. For competitive benchmarking, this positioning means the model can appear on public leaderboards and gain credibility without fully exposing the training methodology — a strategy that builds brand recognition and positions K-EXAONE for enterprise sales while limiting competitive advantage transfer to rivals.</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Strong Performance: Demonstrates impressive results on STEM benchmarks, following the success of DeepSeek and Kimi-style approaches.
▶  Architecture: Optimized for efficiency using Sliding Window Attention to reduce KV cache overhead, combined with MoE (Mixture of Experts) and the Muon Optimizer.
▶  Tokenizer &amp; Vocabulary: Expanded vocabulary to 50K tokens specialized for STEM and Code, utilizing SuperBPE for enhanced encoding efficiency.</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K-EXAONE_Technical_Report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