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Multi-Step Reasoning in Korean and the Emergent Mirage</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Guijin Son, Hyunwoo Ko, Dasol Choi</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26-01-23</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https://arxiv.org/abs/2501.05712</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Multi-Step Reasoning in Korean and the Emergent Mirage</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We introduce HRMCR (HAE-RAE Multi-Step Commonsense Reasoning), a benchmark designed to evaluate large language models' ability to perform multi-step reasoning in culturally specific contexts, focusing on Korean. The questions are automatically generated via templates and algorithms, requiring LLMs to integrate Korean cultural knowledge into sequential reasoning steps. Consistent with prior observations on emergent abilities, our experiments reveal that models trained on fewer than \(2 \cdot 10^{25}\) training FLOPs struggle to solve any questions, showing near-zero performance. Beyond this threshold, performance improves sharply. State-of-the-art models (e.g., O1) still score under 50\%, underscoring the difficulty of our tasks. Notably, stepwise analysis suggests the observed emergent behavior may stem from compounding errors across multiple steps rather than reflecting a genuinely new capability. We publicly release the benchmark and commit to regularly updating the dataset to prevent contamination.</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HRMCR benchmark focuses on multi-step commonsense reasoning in culturally specific Korean contexts. Why is cultural specificity an important axis for evaluating multi-step reasoning — as opposed to just testing general mathematical or logical reasoning in Korean — and what types of errors does cultural specificity expose that language-agnostic tests miss?</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HRMCR benchmark focuses on multi-step commonsense reasoning in culturally specific Korean conte…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Cultural specificity in multi-step reasoning benchmarks matters because culturally grounded questions require models to retrieve and apply domain knowledge that is not universally shared — Korean-specific knowledge about social norms, historical events, geographic contexts, and cultural conventions must be accurately recalled AND correctly integrated across sequential reasoning steps. Language-agnostic tests in Korean (e.g., translated math problems) only measure whether a model can reason in Korean syntax; culturally specific tests reveal whether the model has internalized Korean world knowledge with sufficient fidelity to use it reliably across multi-hop inference chains. Cultural specificity exposes errors like: retrieving culturally adjacent but wrong facts (confusing similar Korean historical figures); applying social reasoning norms from a different culture (using Western etiquette assumptions in Korean social scenarios); and failing to integrate cultural context when it is decisive for the correct answer.</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observes emergent ability: models trained on fewer than 2·10^25 FLOPs show near-zero performance, with sharp improvement beyond this threshold. How does this emergent behavior on culturally grounded Korean reasoning compare to emergence observed in English-centric benchmarks — does cultural grounding shift the emergence threshold?</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observes emergent ability: models trained on fewer than 2·10^25 FLOPs show near-zero perf…</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emergence threshold of 2x10^25 training FLOPs observed on HRMCR is likely higher than comparable emergence thresholds for English-centric benchmarks, because Korean cultural reasoning requires more specialized knowledge that is proportionally underrepresented in typical web-crawl pre-training corpora. English cultural reasoning tasks can be solved with less total compute because more English cultural knowledge appears in the training data, requiring less model capacity to encode and retrieve reliably. However, direct comparison is difficult because emergence thresholds depend on benchmark difficulty (HRMCR is constructed to be hard, with even frontier models below 50%), and different benchmarks measure different levels of task complexity rather than pure cultural grounding effects.</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"stepwise analysis suggests the observed emergent behavior may stem from compounding errors across multiple steps rather than reflecting a genuinely new capability." What is the significance of this distinction — does it matter whether emergence is genuine capability acquisition versus error accumulation reduction, and how would you design experiments to tell them apart?</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"stepwise analysis suggests the observed emergent behavior may stem from compounding errors acr…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distinction between genuine capability acquisition versus compounding error reduction matters significantly for predicting future progress and choosing interventions. If emergence reflects genuine capability acquisition (the model develops a new cognitive module for cultural reasoning), it suggests that architectural innovations targeting compositional cultural knowledge retrieval might break the emergence threshold. If emergence reflects error accumulation reduction (the model was always capable of each step individually but earlier models accumulated too many per-step errors to complete long chains), then more training data and better instruction tuning are sufficient remedies. Experimental designs to distinguish them: test performance on each individual reasoning step in isolation vs. in chain; measure whether models that score above the emergence threshold also show improved single-step cultural knowledge retrieval, or only improved multi-step performance; and probe intermediate hidden states for presence of cultural knowledge representations at different scales.</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State-of-the-art models like O1 still score under 50% on HRMCR. What specific aspects of Korean cultural reasoning remain hard even for the most capable models, and are these failures likely to be resolved by more data and scale, or do they require architectural or training innovations?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State-of-the-art models like O1 still score under 50% on HRMCR. What specific aspects of Korean cul…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failures of frontier models like O1 on HRMCR are most likely concentrated in: (a) Korean-specific historical and literary knowledge that is underrepresented in pre-training corpora relative to its cultural importance; (b) multi-step integration of Korean social reasoning norms where applying the wrong social convention early in a reasoning chain leads to cascading errors; and (c) template-specific reasoning patterns where the culturally correct answer requires recognizing unmarked presuppositions in Korean-language problem framing. Scale and more Korean data will likely close a portion of the gap, but full solution probably requires culturally grounded instruction tuning with Korean reasoning experts providing step-level annotation — the cultural knowledge integration failure in multi-step reasoning is likely not just a data volume problem but a knowledge precision problem.</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benchmark uses automatically generated questions via templates and algorithms. What are the risks of template-based generation for cultural reasoning tasks — specifically, could templates accidentally create questions with unintended shortcuts or fail to capture the breadth of authentic Korean cultural reasoning?</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benchmark uses automatically generated questions via templates and algorithms. What are the ris…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Template-based generation for cultural reasoning risks: (a) systematic shortcuts where template structures accidentally encode the answer pattern (e.g., the grammar of the question reveals which cultural fact is relevant); (b) a coverage bias where the template designers' cultural assumptions define which aspects of Korean culture are tested, underrepresenting less-documented or regional cultural knowledge; and (c) factual rigidity where the template specifies a single correct cultural fact that may have contextual variation in real Korean discourse. Additionally, algorithmically generated cultural questions may fail to capture the ambiguity and pragmatic complexity of authentic Korean cultural discourse — real-world cultural reasoning questions rarely have perfectly clean logical structure.</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authors commit to "regularly updating the dataset to prevent contamination." What is the contamination risk for a Korean-language culturally specific benchmark, and how does the contamination dynamics differ from English benchmarks that appear in large web crawls?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authors commit to "regularly updating the dataset to prevent contamination." What is the contam…</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Contamination risk for Korean-language cultural benchmarks is lower than English benchmarks in absolute terms (less Korean content in web crawls means lower probability of exact benchmark appearance), but the contamination dynamics are qualitatively different. English benchmarks appear in StackExchange, GitHub discussions, and various web archives where they spread rapidly; Korean benchmarks spread primarily through Korean-language academic portals and study sites (e.g., 수능 preparation materials) which are less crawled but still present. The more dangerous contamination vector for HRMCR is not verbatim benchmark appearance but structural contamination: if the template patterns are publicly documented, future models trained on Korean-language data may have seen template-structured examples that help them recognize and solve HRMCR-style questions without genuine cultural reasoning ability.</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Given that the benchmark reveals large gaps even in frontier models, what training strategies would most plausibly close the cultural reasoning gap — additional Korean-language pretraining data, culturally grounded instruction tuning, or something else?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Given that the benchmark reveals large gaps even in frontier models, what training strategies would…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most plausible training strategies for closing the cultural reasoning gap are, in order of likely impact: (1) culturally grounded instruction tuning with Korean cultural reasoning chains generated or verified by native speakers, particularly for multi-hop scenarios that integrate social, historical, and geographical knowledge; (2) mid-training on high-quality Korean-language data with emphasis on cultural narrative and knowledge-dense domains (Korean news archives, academic texts, government documents) rather than general web text which tends to be low-density for cultural knowledge; and (3) synthetic data generation specifically designed to create multi-step reasoning chains that require Korean cultural knowledge integration at each step. Pure pre-training data scaling in Korean is likely insufficient alone because the cultural knowledge must be packaged in ways that connect to reasoning rather than just increasing the probability of retrieving individual cultural facts.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We introduce HRMCR (HAE-RAE Multi-Step Commonsense Reasoning), a benchmark designed to evaluate large language models' ability to perform multi-step reasoning in culturally specific contexts, focusing on Korean. The questions are automatically generated via templates and algorithms, requiring LLMs…</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Multi-Step Reasoning in Korean and the Emergent Mirage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