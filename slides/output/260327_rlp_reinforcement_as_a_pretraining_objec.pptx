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RLP: Reinforcement as a Pretraining Objective</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Ali Hatamizadeh, Syeda Nahida Akter, Shrimai Prabhumoye, Jan Kautz, Mostofa Patwary, Mohammad Shoeybi, Bryan Catanzaro, Yejin Choi</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26-03-27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https://arxiv.org/abs/2510.01265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RLP: Reinforcement as a Pretraining Objective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The dominant paradigm for training large reasoning models starts with pre-training using next-token prediction loss on vast amounts of data. Reinforcement learning, while powerful in scaling reasoning, is introduced only as the very last phase of post-training, preceded by supervised fine-tuning. While dominant, is this an optimal way of training? In this paper, we present RLP, an information-driven reinforcement pretraining objective, that brings the core spirit of reinforcement learning -- exploration -- to the last phase of pretraining. The key idea is to treat chain-of-thought as an exploratory action, with rewards computed based on the information gain it provides for predicting future tokens. This training objective essentially encourages the model to think for itself before predicting what comes next, thus teaching an independent thinking behavior earlier in the pretraining. More concretely, the reward signal measures the increase in log-likelihood of the next token when conditioning on both context and a sampled reasoning chain, compared to conditioning on context alone. This approach yields a verifier-free dense reward signal, allowing for efficient training for the full document stream during pretraining. Specifically, RLP reframes reinforcement learning for reasoning as a pretraining objective on ordinary text, bridging the gap between next-token prediction and the emergence of useful chain-of-thought reasoning. Pretraining with RLP on Qwen3-1.7B-Base lifts the overall average across an eight-benchmark math-and-science suite by 19%. With identical post-training, the gains compound, with the largest improvements on reasoning-heavy tasks such as AIME25 and MMLU-Pro. Applying RLP to the Nemotron-Nano-12B-v2 increases the overall average from 42.81% to 61.32% and raises the average on scientific reasoning by 23%, demonstrating scalability across architectures and model sizes.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RLP uses chain-of-thought as an "exploratory action" with rewards computed from information gain for predicting future tokens. How does this information-gain reward differ from the outcome-based rewards used in standard RLHF — what does it optimize for that next-token prediction alone misses?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RLP uses chain-of-thought as an "exploratory action" with rewards computed from information gain fo…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RLP's information-gain reward differs from outcome-based RLHF rewards in fundamental ways. Outcome-based rewards (correct/incorrect answers) only provide a signal when a complete answer is generated and checked against a ground truth, creating a sparse signal that depends on having labeled data and a verifier. RLP's information-gain reward is computed by measuring how much a sampled chain-of-thought improves the log-likelihood of subsequent tokens in the actual training document — this signal is dense (every document produces a reward), requires no labels or verifier, and can be computed from any text. What it optimizes that next-token prediction misses: standard NTP trains the model to predict what comes next given what precedes it, but never rewards the model for actively reasoning about what *might* precede useful future information. RLP rewards the model for generating reasoning that makes subsequent text more predictable — this teaches the model to produce contextually useful intermediate thoughts rather than just fitting the surface statistics of training text.</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reward signal in RLP measures the "increase in log-likelihood of the next token when conditioning on a sampled reasoning chain versus context alone." This is a dense, verifier-free reward. What are the risks of this reward formulation — for instance, could a model game it by generating reasoning chains that are statistically predictive but semantically vacuous?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reward signal in RLP measures the "increase in log-likelihood of the next token when conditioni…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main gaming risk is that models could learn to generate reasoning chains that are statistically correlated with the training document's continuation without being semantically meaningful — essentially learning high-frequency statistical patterns or topic signals that happen to boost next-token prediction. For example, a model might learn that generating the phrase "let's consider the key variables" reliably boosts next-token prediction in scientific text because such phrases tend to appear before clarifying sentences, without the chain actually performing any reasoning. This "statistical shortcut" would appear as high reward during training but would not generalize to genuinely novel reasoning challenges. The paper's evidence that gains compound with post-training and appear on hard reasoning tasks like AIME25 suggests this gaming is not severe in practice, but the theoretical risk remains — the information-gain reward is a proxy for reasoning quality rather than a direct measurement of it.</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RLP front-loads RL-style reasoning into the pretraining phase rather than saving it for post-training. What is the theoretical justification for why earlier introduction of reasoning as an objective leads to better final performance than introducing it only at post-training?</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RLP front-loads RL-style reasoning into the pretraining phase rather than saving it for post-traini…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theoretical justification for front-loading reasoning into pretraining is that pretraining shapes the model's basic representational structure and inductive biases before any task-specific optimization begins. Standard RL post-training can only optimize the behavioral patterns that already exist in the model's representations — it selects and amplifies behaviors the model can already exhibit, rather than fundamentally changing what the model can represent. By introducing reasoning as an objective during pretraining, RLP ensures that the model's weight distributions actively encode reasoning-facilitating structures (attention patterns that connect premises to conclusions, representations that maintain intermediate reasoning states) from the very beginning. Post-training RL then builds on a foundation that already has reasoning-oriented structure, rather than having to fight against a purely statistical NTP representation to extract emergent reasoning behaviors.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Applying RLP to Qwen3-1.7B-Base improves the average across eight math-and-science benchmarks by 19%. How does this compare to the gains achievable from standard post-training RL on a model that was pretrained without RLP — does RLP mostly recover gains that would eventually come from post-training, or does it create a qualitatively different capability?</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Applying RLP to Qwen3-1.7B-Base improves the average across eight math-and-science benchmarks by 19…</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RLP's 19% improvement on eight math-and-science benchmarks represents more than what standard post-training RL would recover, based on the compounding evidence: if RLP only recovered gains that post-training would produce anyway, identical post-training on RLP vs. standard pretrained models would show similar final performance — but instead, post-training on RLP models shows *additional* gains. This suggests RLP creates a qualitatively different pretrained model, one with better-calibrated intermediate reasoning representations that are more amenable to post-training RL's optimization. The analogy is that standard pretraining gives the model "reasoning clay" that post-training must sculpt into reasoning behavior, while RLP-pretraining gives the model "pre-shaped reasoning material" that post-training can more efficiently refine.</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RLP computes rewards based on sampled reasoning chains during pretraining. What is the computational overhead of generating these samples on-the-fly during pretraining, and how does RLP scale the sampling process to avoid making pretraining prohibitively expensive?</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RLP computes rewards based on sampled reasoning chains during pretraining. What is the computationa…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computational overhead of on-the-fly chain-of-thought sampling during pretraining is the major practical challenge for RLP. Generating a reasoning chain for each training sample requires an additional forward (and possibly multi-step sampling) pass, effectively multiplying pretraining compute by at least 2x. RLP likely addresses this through: sampling short reasoning chains (not full chain-of-thought but brief 1-3 step exploratory traces) to minimize generation cost; using the model in training mode for sampling (the model samples from itself, requiring no separate teacher model); and potentially applying the RLP objective to only a subset of training samples rather than all tokens. The paper's demonstration on Nemotron-Nano-12B-v2 suggests the overhead is manageable at scale, but exact sampling strategy details are critical for reproduction.</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gains from RLP are described as "compounding" with identical post-training — the largest improvements are on reasoning-heavy tasks like AIME25 and MMLU-Pro. What is the mechanism by which pretraining-stage RL prepares a model to benefit more from subsequent post-training RL than a standard pretrained model would?</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gains from RLP are described as "compounding" with identical post-training — the largest improv…</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mechanism by which RLP-pretrained models benefit more from post-training RL is through representational alignment: the model has already learned that generating reasoning chains is a useful and rewarded behavior during pretraining. When post-training RL then provides outcome-based rewards (correct/incorrect on math problems), the model already has a well-developed "reasoning habit" — it knows what good intermediate reasoning looks like and can more quickly specialize these general reasoning behaviors into task-specific policies. A standard pretrained model must first learn, from scratch during post-training, that generating intermediate reasoning steps is even beneficial; an RLP-pretrained model already has this understanding baked in, so post-training can spend its entire budget on quality improvement rather than behavior bootstrapping.</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RLP bridges "next-token prediction and the emergence of useful chain-of-thought reasoning." What are the limitations of the current RLP formulation — for instance, are there reasoning tasks where the information-gain reward is misaligned with the target reasoning behavior, or where the chain-of-thought sampling during pretraining is unlikely to produce useful exploratory behavior?</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RLP bridges "next-token prediction and the emergence of useful chain-of-thought reasoning." What ar…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Key limitations of the current RLP formulation include: (a) information-gain reward is misaligned for tasks where the most "useful" chain-of-thought would not actually improve next-token prediction of the document continuation — e.g., creative writing tasks where reasoning about character motivations doesn't make the subsequent narrative more predictable at the token level; (b) the sampling-based reward requires the model to already have some capacity to generate useful reasoning chains, meaning very early in pretraining (when the model is essentially random), the sampled chains provide no information gain and the reward is noise; (c) the reward formulation favors reasoning that converges on the statistical regularity of the training corpus, which may teach the model to reason in the style of the pre-training data rather than developing novel reasoning strategies; and (d) for tasks requiring precise numerical or logical reasoning, statistically predictive reasoning chains may systematically differ from logically correct reasoning chains, creating a misalignment between RLP's reward and the actual reasoning quality target.</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The dominant paradigm for training large reasoning models starts with pre-training using next-token prediction loss on vast amounts of data. Reinforcement learning, while powerful in scaling reasoning, is introduced only as the very last phase of post-training, preceded by supervised fine-tuning. W…</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RLP: Reinforcement as a Pretraining Objective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