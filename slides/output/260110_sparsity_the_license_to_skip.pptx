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Sparsity: The License to Skip</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Taras Tsugrii</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26-01-10</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https://ttsugriy.github.io/perf-bits/sparsity.html</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Rectangle 1"/>
          <p:cNvSpPr/>
          <p:nvPr/>
        </p:nvSpPr>
        <p:spPr>
          <a:xfrm>
            <a:off x="350278" y="4644876"/>
            <a:ext cx="643139" cy="64313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422797" y="6164202"/>
            <a:ext cx="693797" cy="69379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11230016" y="3367459"/>
            <a:ext cx="661261" cy="66126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Diamond 4"/>
          <p:cNvSpPr/>
          <p:nvPr/>
        </p:nvSpPr>
        <p:spPr>
          <a:xfrm>
            <a:off x="11241131" y="209466"/>
            <a:ext cx="677938" cy="677938"/>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1735586" y="3657259"/>
            <a:ext cx="311748" cy="31174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34874" y="1025395"/>
            <a:ext cx="472187" cy="472187"/>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9875368" y="296986"/>
            <a:ext cx="539531" cy="53953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106828" y="473244"/>
            <a:ext cx="515226" cy="515226"/>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exagon 9"/>
          <p:cNvSpPr/>
          <p:nvPr/>
        </p:nvSpPr>
        <p:spPr>
          <a:xfrm>
            <a:off x="11137612" y="453571"/>
            <a:ext cx="550421" cy="5504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iamond 10"/>
          <p:cNvSpPr/>
          <p:nvPr/>
        </p:nvSpPr>
        <p:spPr>
          <a:xfrm>
            <a:off x="490037" y="5551208"/>
            <a:ext cx="426143" cy="426143"/>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3" name="TextBox 12"/>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4" name="TextBox 13"/>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Not all computation is equally valuable. Skip the parts that don’t matter.</a:t>
            </a:r>
          </a:p>
          <a:p>
            <a:pPr algn="l">
              <a:spcBef>
                <a:spcPts val="600"/>
              </a:spcBef>
            </a:pPr>
            <a:r>
              <a:rPr sz="2000" b="0">
                <a:solidFill>
                  <a:srgbClr val="FFFFFF"/>
                </a:solidFill>
                <a:latin typeface="Arial"/>
              </a:rPr>
              <a:t>▶  With 90% sparsity, you skip 90% of the multiplications. 10x speedup, right? -&gt; No, GPU Problem</a:t>
            </a:r>
          </a:p>
          <a:p>
            <a:pPr algn="l">
              <a:spcBef>
                <a:spcPts val="600"/>
              </a:spcBef>
            </a:pPr>
            <a:r>
              <a:rPr sz="2000" b="0">
                <a:solidFill>
                  <a:srgbClr val="FFFFFF"/>
                </a:solidFill>
                <a:latin typeface="Arial"/>
              </a:rPr>
              <a:t>▶  How? N:M Sparsity, Block Sparsity</a:t>
            </a:r>
          </a:p>
        </p:txBody>
      </p:sp>
      <p:sp>
        <p:nvSpPr>
          <p:cNvPr id="15" name="Rectangle 14"/>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MoE: $y = \sum_{i=1}^{N} G(x)_i \cdot E_i(x)$ - G: Gate, E: Experts</a:t>
            </a:r>
          </a:p>
          <a:p>
            <a:pPr algn="l">
              <a:spcBef>
                <a:spcPts val="600"/>
              </a:spcBef>
            </a:pPr>
            <a:r>
              <a:rPr sz="2000" b="0">
                <a:solidFill>
                  <a:srgbClr val="FFFFFF"/>
                </a:solidFill>
                <a:latin typeface="Arial"/>
              </a:rPr>
              <a:t>▶  Lottery Ticket View: Training is search</a:t>
            </a:r>
          </a:p>
          <a:p>
            <a:pPr algn="l">
              <a:spcBef>
                <a:spcPts val="600"/>
              </a:spcBef>
            </a:pPr>
            <a:r>
              <a:rPr sz="2000" b="0">
                <a:solidFill>
                  <a:srgbClr val="FFFFFF"/>
                </a:solidFill>
                <a:latin typeface="Arial"/>
              </a:rPr>
              <a:t>▶  Sparsity says: you don’t have to compute everything. Structure says: here’s how to actually skip it. MoE says: let the input decide what matters.</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4737346" y="64311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2442211" y="62838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272352" y="60741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18851" y="50154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781983" y="587185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53129" y="51471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896442" y="24702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10791" y="3073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800438" y="406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31211" y="64615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doesn’t 90% sparsity translate directly to a 10x speedup on GPUs, and what specific properties of GPU architecture create this gap between theoretical and realized speedup?</a:t>
            </a:r>
          </a:p>
        </p:txBody>
      </p:sp>
      <p:sp>
        <p:nvSpPr>
          <p:cNvPr id="15" name="Diamond 14"/>
          <p:cNvSpPr/>
          <p:nvPr/>
        </p:nvSpPr>
        <p:spPr>
          <a:xfrm>
            <a:off x="5686464" y="6485166"/>
            <a:ext cx="340451" cy="340451"/>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5985768" y="1039129"/>
            <a:ext cx="425351" cy="425351"/>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6006751" y="6249024"/>
            <a:ext cx="274661" cy="27466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72695" y="5902769"/>
            <a:ext cx="478348" cy="478348"/>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484415" y="629917"/>
            <a:ext cx="283509" cy="283509"/>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260132" y="4931648"/>
            <a:ext cx="415903" cy="415903"/>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doesn’t 90% sparsity translate directly to a 10x speedup on GPUs, and what specific properties…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GPUs achieve high throughput through massive parallelism using SIMD (Single Instruction, Multiple Data) execution: all processing cores within a warp execute the same operation simultaneously. For unstructured sparsity, the zeros are scattered randomly throughout the weight matrix, so the hardware still needs to load the full matrix (or large chunks of it) into registers, check which values are zero, and handle the irregular memory access pattern — the savings from skipping zero multiplications are swamped by the overhead of irregular indexing and memory bandwidth bottlenecks. Matrix multiplication on GPUs is optimized for dense, regular operations via highly tuned BLAS routines (like cuBLAS), which cannot exploit irregular sparsity patterns. The theoretical 10x speedup assumes you can skip 90% of the work; in practice, memory bandwidth, register pressure, and the cost of checking sparsity patterns mean the realized speedup is often 1.2-2x at best for unstructured sparsity.</a:t>
            </a:r>
          </a:p>
        </p:txBody>
      </p:sp>
      <p:sp>
        <p:nvSpPr>
          <p:cNvPr id="7" name="Oval 6"/>
          <p:cNvSpPr/>
          <p:nvPr/>
        </p:nvSpPr>
        <p:spPr>
          <a:xfrm>
            <a:off x="4151406" y="72662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882722" y="10578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23336" y="131429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23111" y="70693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536873" y="646410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671355" y="130909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69693" y="11258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943011" y="11849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508642" y="4385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113607" y="9163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1035" y="28545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578865" y="1242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89268" y="619661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62531" y="62808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6964" y="44946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distinguishes N:M sparsity from block sparsity in terms of hardware compatibility and the granularity of the skip pattern? When would you choose one over the other?</a:t>
            </a:r>
          </a:p>
        </p:txBody>
      </p:sp>
      <p:sp>
        <p:nvSpPr>
          <p:cNvPr id="15" name="Rectangle 14"/>
          <p:cNvSpPr/>
          <p:nvPr/>
        </p:nvSpPr>
        <p:spPr>
          <a:xfrm>
            <a:off x="11629647" y="247210"/>
            <a:ext cx="292590" cy="29259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10475" y="415118"/>
            <a:ext cx="305841" cy="305841"/>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1329034" y="6163266"/>
            <a:ext cx="694733" cy="694733"/>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5398635" y="6364798"/>
            <a:ext cx="493201" cy="493201"/>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811140" y="5838533"/>
            <a:ext cx="377811" cy="377811"/>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636134" y="1183544"/>
            <a:ext cx="552817" cy="552817"/>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distinguishes N:M sparsity from block sparsity in terms of hardware compatibility and the gran…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N:M sparsity (e.g., 2:4 sparsity, where exactly 2 of every 4 consecutive weights are non-zero) is designed to be hardware-compatible with NVIDIA's sparse tensor cores, which natively support the 2:4 pattern and provide a guaranteed 2x speedup in supported operations. Block sparsity zeros out contiguous rectangular blocks of weights, which is more amenable to standard BLAS routines and cache-friendly memory access but provides less granular control over which weights are removed. You would choose N:M sparsity when targeting NVIDIA hardware for inference with a hard efficiency budget, because the speedup is architectural and guaranteed. You would choose block sparsity when working with hardware that lacks native N:M support or when you want coarser-grained pruning that is easier to implement across different accelerators and frameworks.</a:t>
            </a:r>
          </a:p>
        </p:txBody>
      </p:sp>
      <p:sp>
        <p:nvSpPr>
          <p:cNvPr id="7" name="Oval 6"/>
          <p:cNvSpPr/>
          <p:nvPr/>
        </p:nvSpPr>
        <p:spPr>
          <a:xfrm>
            <a:off x="1281608" y="427280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42468" y="18764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28358" y="56411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127389" y="657549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748360" y="58567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24111" y="7899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58774" y="612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987095" y="5642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768298" y="170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645580" y="61056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725226" y="527121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906193" y="612280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818323" y="624472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00636" y="27305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60738" y="436216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In the MoE formulation $y = \sum_{i=1}^{N} G(x)_i \cdot E_i(x)$, the gate $G(x)$ decides which experts are active. What are the training challenges of learning a good gate function, and what happens if the gate collapses to always selecting the same experts?</a:t>
            </a:r>
          </a:p>
        </p:txBody>
      </p:sp>
      <p:sp>
        <p:nvSpPr>
          <p:cNvPr id="15" name="Isosceles Triangle 14"/>
          <p:cNvSpPr/>
          <p:nvPr/>
        </p:nvSpPr>
        <p:spPr>
          <a:xfrm>
            <a:off x="287211" y="2965212"/>
            <a:ext cx="538562" cy="538562"/>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7598191" y="240742"/>
            <a:ext cx="695056" cy="695056"/>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4741844" y="809376"/>
            <a:ext cx="566411" cy="56641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5868481" y="6296248"/>
            <a:ext cx="561751" cy="561751"/>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202990" y="5762425"/>
            <a:ext cx="531812" cy="531812"/>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115093" y="1413764"/>
            <a:ext cx="385033" cy="385033"/>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620500" y="6204296"/>
            <a:ext cx="653703" cy="653703"/>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179689" y="3213821"/>
            <a:ext cx="500087" cy="500087"/>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In the MoE formulation $y = \sum_{i=1}^{N} G(x)_i \cdot E_i(x)$, the gate $G(x)$ decides which expe…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Learning a good gate function in MoE is challenging because the gate must: (a) learn to route tokens meaningfully to different experts (encouraging specialization) while (b) maintaining balanced load across experts (preventing collapse). If the gate learns that one or two experts are always better, it will increasingly route all tokens to them — positive feedback driven by the fact that heavily used experts receive more gradient signal and improve faster, making them even more preferred. This "expert collapse" eliminates the capacity benefit of having multiple experts since effectively only a subset is active. Practitioners address this with auxiliary load-balancing losses that penalize uneven expert utilization, but these create a trade-off between routing quality and load balance. Additionally, the discrete routing decision is non-differentiable, requiring techniques like straight-through estimators or softmax relaxations during training.</a:t>
            </a:r>
          </a:p>
        </p:txBody>
      </p:sp>
      <p:sp>
        <p:nvSpPr>
          <p:cNvPr id="7" name="Oval 6"/>
          <p:cNvSpPr/>
          <p:nvPr/>
        </p:nvSpPr>
        <p:spPr>
          <a:xfrm>
            <a:off x="4445915" y="22964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69348" y="1266163"/>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57736" y="466500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31894" y="492927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05186" y="1221530"/>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7323787" y="12867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972988" y="43118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373591" y="93390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45261" y="25814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11224" y="3852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8217" y="37517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29291" y="16056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65107" y="6076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61008" y="34504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26394" y="34786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"Lottery Ticket" framing describes training as a search process for a sparse subnetwork. How does this view change our understanding of what pretraining is actually achieving, and why might the winning subnetwork only emerge after training rather than being discoverable upfront?</a:t>
            </a:r>
          </a:p>
        </p:txBody>
      </p:sp>
      <p:sp>
        <p:nvSpPr>
          <p:cNvPr id="15" name="Pentagon 14"/>
          <p:cNvSpPr/>
          <p:nvPr/>
        </p:nvSpPr>
        <p:spPr>
          <a:xfrm>
            <a:off x="172553" y="1928732"/>
            <a:ext cx="670831" cy="670831"/>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1618778" y="1742818"/>
            <a:ext cx="476248" cy="476248"/>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7863789" y="92337"/>
            <a:ext cx="504162" cy="504162"/>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11328040" y="1608643"/>
            <a:ext cx="710135" cy="710135"/>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81433" y="6134496"/>
            <a:ext cx="723503" cy="72350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4464" y="641791"/>
            <a:ext cx="282759" cy="282759"/>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8886020" y="6193118"/>
            <a:ext cx="352382" cy="352382"/>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entagon 21"/>
          <p:cNvSpPr/>
          <p:nvPr/>
        </p:nvSpPr>
        <p:spPr>
          <a:xfrm>
            <a:off x="10414626" y="5815978"/>
            <a:ext cx="320859" cy="320859"/>
          </a:xfrm>
          <a:prstGeom prst="homePlat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40114" y="1802582"/>
            <a:ext cx="345489" cy="345489"/>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entagon 23"/>
          <p:cNvSpPr/>
          <p:nvPr/>
        </p:nvSpPr>
        <p:spPr>
          <a:xfrm>
            <a:off x="232498" y="5151714"/>
            <a:ext cx="602730" cy="60273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"Lottery Ticket" framing describes training as a search process for a sparse subnetwork. How do…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Lottery Ticket framing shifts the understanding of pretraining from "learning a dense set of weights" to "discovering which sparse subnetwork within a random initialization is the winning ticket" for the task at hand. This suggests that a well-initialized random network already contains many potential solutions as subnetworks, and gradient descent is the search algorithm that uncovers and amplifies the best one. The winning subnetwork cannot be found upfront (before training) because its identity depends on the interaction between the data distribution and the gradient dynamics — it is the subnetwork that "survives" gradient descent rather than one that can be predicted from initialization statistics alone. This view has implications for why large models are easier to train: more parameters means a higher probability that the random initialization contains a good sparse subnetwork, even if most of the capacity is ultimately redundant.</a:t>
            </a:r>
          </a:p>
        </p:txBody>
      </p:sp>
      <p:sp>
        <p:nvSpPr>
          <p:cNvPr id="7" name="Oval 6"/>
          <p:cNvSpPr/>
          <p:nvPr/>
        </p:nvSpPr>
        <p:spPr>
          <a:xfrm>
            <a:off x="1029334" y="591458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82437" y="4798960"/>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297569" y="289928"/>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590047" y="5865463"/>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262595" y="32454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5959413" y="634256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20903" y="661976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309886" y="328523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967600" y="2766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722816" y="42414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77770" y="53577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357888" y="559446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215591" y="64633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58320" y="1875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37750" y="6222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Unstructured sparsity (individual weight zeroing) achieves the best model quality at a given sparsity level but is hardware-unfriendly. What techniques or future hardware developments might eventually make unstructured sparsity practically useful?</a:t>
            </a:r>
          </a:p>
        </p:txBody>
      </p:sp>
      <p:sp>
        <p:nvSpPr>
          <p:cNvPr id="15" name="Diamond 14"/>
          <p:cNvSpPr/>
          <p:nvPr/>
        </p:nvSpPr>
        <p:spPr>
          <a:xfrm>
            <a:off x="7144093" y="6290467"/>
            <a:ext cx="426479" cy="426479"/>
          </a:xfrm>
          <a:prstGeom prst="diamond">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1272870" y="5883803"/>
            <a:ext cx="486451" cy="486451"/>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231976" y="1065216"/>
            <a:ext cx="461863" cy="461863"/>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088297" y="5960812"/>
            <a:ext cx="344160" cy="344160"/>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11468457" y="5518449"/>
            <a:ext cx="720494" cy="720494"/>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96588" y="552744"/>
            <a:ext cx="450370" cy="450370"/>
          </a:xfrm>
          <a:prstGeom prst="homePlat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0071053" y="155034"/>
            <a:ext cx="674967" cy="674967"/>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092648" y="6128278"/>
            <a:ext cx="404992" cy="404992"/>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680202" y="3698077"/>
            <a:ext cx="438314" cy="438314"/>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Unstructured sparsity (individual weight zeroing) achieves the best model quality at a given sparsi…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Several directions could make unstructured sparsity more practical. On the hardware side, processing-in-memory (PIM) architectures that compute closer to where data is stored would reduce the memory bandwidth bottleneck that makes sparse access patterns costly. Sparse tensor accelerators with fine-grained zero-skipping hardware (like the sparsity support in NVIDIA's Ampere architecture, extended to irregular patterns) could provide native speedups for arbitrary sparsity. On the software side, compressed sparse row (CSR) or bitmap-based representations with hardware-aware indexing could allow modern accelerators to skip zero multiplications without full matrix loading. Finally, dynamic sparsity methods that exploit activation sparsity (rather than weight sparsity) — where many activations are naturally zero due to ReLU-like nonlinearities — are already more practically realizable since the sparsity pattern can be detected on-the-fly during forward passes.</a:t>
            </a:r>
          </a:p>
        </p:txBody>
      </p:sp>
      <p:sp>
        <p:nvSpPr>
          <p:cNvPr id="7" name="Oval 6"/>
          <p:cNvSpPr/>
          <p:nvPr/>
        </p:nvSpPr>
        <p:spPr>
          <a:xfrm>
            <a:off x="2052495" y="115974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166914" y="8296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72704" y="61963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7735" y="2561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5652" y="553548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817007" y="589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630449" y="55678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41289" y="55037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1389" y="11444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480517" y="103852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66965" y="5975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68972" y="59082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51190" y="9212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02639" y="640953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855019" y="595235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MoE routes computation based on input content, while N:M and block sparsity are static structural choices. How do these two approaches to "skipping computation" differ in their expressivity, and could they be combined effectively?</a:t>
            </a:r>
          </a:p>
        </p:txBody>
      </p:sp>
      <p:sp>
        <p:nvSpPr>
          <p:cNvPr id="15" name="Hexagon 14"/>
          <p:cNvSpPr/>
          <p:nvPr/>
        </p:nvSpPr>
        <p:spPr>
          <a:xfrm>
            <a:off x="6342229" y="6302060"/>
            <a:ext cx="555939" cy="555939"/>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a:off x="1006053" y="765657"/>
            <a:ext cx="556639" cy="556639"/>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1319836" y="852513"/>
            <a:ext cx="635899" cy="635899"/>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entagon 17"/>
          <p:cNvSpPr/>
          <p:nvPr/>
        </p:nvSpPr>
        <p:spPr>
          <a:xfrm>
            <a:off x="11651583" y="742653"/>
            <a:ext cx="537368" cy="537368"/>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2869937" y="142466"/>
            <a:ext cx="493159" cy="493159"/>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825713" y="2653449"/>
            <a:ext cx="363238" cy="363238"/>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901068" y="5999352"/>
            <a:ext cx="350676" cy="350676"/>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MoE routes computation based on input content, while N:M and block sparsity are static structural 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N:M and block sparsity are static structural choices: the pattern of zeros is determined at pruning time and does not change based on the input. This means they achieve efficiency uniformly across all inputs but cannot adapt to route different inputs through different computation paths. MoE's input-conditional routing is fundamentally more expressive: different tokens can activate different experts, allowing the model to dedicate capacity to the specific type of content each token represents. However, they can be combined effectively: you could use N:M sparsity within each expert's weight matrices (to reduce the FLOPs of each active expert computation) while using MoE routing to select which experts to activate (to reduce the number of active experts per token). This hybrid approach multiplies the two sparsity factors, potentially achieving both the expressivity benefits of MoE and the hardware-compatible efficiency of structured weight sparsity.</a:t>
            </a:r>
          </a:p>
        </p:txBody>
      </p:sp>
      <p:sp>
        <p:nvSpPr>
          <p:cNvPr id="7" name="Oval 6"/>
          <p:cNvSpPr/>
          <p:nvPr/>
        </p:nvSpPr>
        <p:spPr>
          <a:xfrm>
            <a:off x="1186514" y="427957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50777" y="56059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258644" y="239963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7237" y="262319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639105" y="64945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982133" y="573582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181486" y="65680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6736" y="468734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00350" y="42798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55857" y="5370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248931" y="63484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095864" y="58490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883589" y="52518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11665" y="1854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61667" y="7285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At what point in the model lifecycle (pretraining, finetuning, or inference) is sparsity most impactful, and are there quality/efficiency trade-offs that look different depending on which stage you apply it?</a:t>
            </a:r>
          </a:p>
        </p:txBody>
      </p:sp>
      <p:sp>
        <p:nvSpPr>
          <p:cNvPr id="15" name="Pentagon 14"/>
          <p:cNvSpPr/>
          <p:nvPr/>
        </p:nvSpPr>
        <p:spPr>
          <a:xfrm>
            <a:off x="8579437" y="172363"/>
            <a:ext cx="604479" cy="604479"/>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4598" y="3559800"/>
            <a:ext cx="711293" cy="711293"/>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3648" y="6554470"/>
            <a:ext cx="303529" cy="303529"/>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799512" y="6126858"/>
            <a:ext cx="458914" cy="458914"/>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6453744" y="6307536"/>
            <a:ext cx="485706" cy="485706"/>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59293" y="845101"/>
            <a:ext cx="467500" cy="467500"/>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323652" y="478129"/>
            <a:ext cx="535462" cy="53546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10910940" y="6363482"/>
            <a:ext cx="494517" cy="494517"/>
          </a:xfrm>
          <a:prstGeom prst="triangl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11198680" y="5353153"/>
            <a:ext cx="613450" cy="61345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91213" y="5780540"/>
            <a:ext cx="729199" cy="729199"/>
          </a:xfrm>
          <a:prstGeom prst="triangl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At what point in the model lifecycle (pretraining, finetuning, or inference) is sparsity most impac…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Sparsity's impact differs significantly across the model lifecycle. At inference, sparsity is most directly impactful for latency and throughput since serving costs often dominate total model cost; structured sparsity (N:M, block, MoE) can provide real hardware speedups here. At finetuning, sparsity is useful for parameter-efficient adaptation (e.g., training only sparse subsets of weights to avoid catastrophic forgetting), but the quality-efficiency trade-off is sensitive because removing too many weights from a well-trained dense model can hurt the specific capabilities needed for the target task. At pretraining, sparse architectures like MoE provide the clearest quality gains per FLOP since the routing emerges organically during training, but structured weight sparsity applied during pretraining (e.g., magnitude pruning during training) tends to hurt final quality compared to dense training followed by post-hoc pruning. The key difference is that inference sparsity trades quality for efficiency after the model is finalized, while training-time sparsity must preserve learning dynamics, making the trade-off more constrained.</a:t>
            </a:r>
          </a:p>
        </p:txBody>
      </p:sp>
      <p:sp>
        <p:nvSpPr>
          <p:cNvPr id="7" name="Oval 6"/>
          <p:cNvSpPr/>
          <p:nvPr/>
        </p:nvSpPr>
        <p:spPr>
          <a:xfrm>
            <a:off x="1643734" y="2168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08971" y="241293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0988" y="26218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7553" y="17100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362537" y="635315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Isosceles Triangle 1"/>
          <p:cNvSpPr/>
          <p:nvPr/>
        </p:nvSpPr>
        <p:spPr>
          <a:xfrm>
            <a:off x="4521211" y="63562"/>
            <a:ext cx="626303" cy="62630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entagon 2"/>
          <p:cNvSpPr/>
          <p:nvPr/>
        </p:nvSpPr>
        <p:spPr>
          <a:xfrm>
            <a:off x="8095617" y="279323"/>
            <a:ext cx="545827" cy="545827"/>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226029" y="6241518"/>
            <a:ext cx="616481" cy="616481"/>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190374" y="979399"/>
            <a:ext cx="472609" cy="472609"/>
          </a:xfrm>
          <a:prstGeom prst="hexagon">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844332" y="5927283"/>
            <a:ext cx="568128" cy="568128"/>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80295" y="5689890"/>
            <a:ext cx="630551" cy="63055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5216323" y="6044143"/>
            <a:ext cx="711135" cy="711135"/>
          </a:xfrm>
          <a:prstGeom prst="ellips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5213511" y="642467"/>
            <a:ext cx="428023" cy="428023"/>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Not all computation is equally valuable. Skip the parts that don’t matter.
▶  With 90% sparsity, you skip 90% of the multiplications. 10x speedup, right? -&gt; No, GPU Problem
▶  How? N:M Sparsity, Block Sparsity</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Sparsity: The License to Skip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